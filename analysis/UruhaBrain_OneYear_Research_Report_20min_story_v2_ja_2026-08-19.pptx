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50c802c8ba4b76" /><Relationship Type="http://schemas.openxmlformats.org/officeDocument/2006/relationships/extended-properties" Target="/docProps/app.xml" Id="R9f2781652db24826" /><Relationship Type="http://schemas.openxmlformats.org/officeDocument/2006/relationships/officeDocument" Target="/ppt/presentation.xml" Id="R41186500740d47d4" /></Relationships>
</file>

<file path=ppt/presentation.xml><?xml version="1.0" encoding="utf-8"?>
<p:presentation xmlns:p="http://schemas.openxmlformats.org/presentationml/2006/main">
  <p:sldMasterIdLst>
    <p:sldMasterId xmlns:r="http://schemas.openxmlformats.org/officeDocument/2006/relationships" id="2147483648" r:id="R1b30c71bcfa9494f"/>
  </p:sldMasterIdLst>
  <p:notesMasterIdLst>
    <p:notesMasterId xmlns:r="http://schemas.openxmlformats.org/officeDocument/2006/relationships" r:id="R7c7fa7cc9b9846d1"/>
  </p:notesMasterIdLst>
  <p:sldIdLst>
    <p:sldId xmlns:r="http://schemas.openxmlformats.org/officeDocument/2006/relationships" id="256" r:id="R1a5d23a939234897"/>
    <p:sldId xmlns:r="http://schemas.openxmlformats.org/officeDocument/2006/relationships" id="257" r:id="R4cd9f547c9ab4a66"/>
    <p:sldId xmlns:r="http://schemas.openxmlformats.org/officeDocument/2006/relationships" id="258" r:id="R5e25496102a14e87"/>
    <p:sldId xmlns:r="http://schemas.openxmlformats.org/officeDocument/2006/relationships" id="259" r:id="R5597ee4b4ad6475e"/>
    <p:sldId xmlns:r="http://schemas.openxmlformats.org/officeDocument/2006/relationships" id="260" r:id="Ra966756abb9640d0"/>
    <p:sldId xmlns:r="http://schemas.openxmlformats.org/officeDocument/2006/relationships" id="261" r:id="Rfaf662d6355d4108"/>
    <p:sldId xmlns:r="http://schemas.openxmlformats.org/officeDocument/2006/relationships" id="262" r:id="R08dae2ae43514e20"/>
    <p:sldId xmlns:r="http://schemas.openxmlformats.org/officeDocument/2006/relationships" id="263" r:id="Rb023b089cdcb4ae8"/>
    <p:sldId xmlns:r="http://schemas.openxmlformats.org/officeDocument/2006/relationships" id="264" r:id="Rd2f5bfe544ee435f"/>
    <p:sldId xmlns:r="http://schemas.openxmlformats.org/officeDocument/2006/relationships" id="265" r:id="Rc4dff1f8df154646"/>
    <p:sldId xmlns:r="http://schemas.openxmlformats.org/officeDocument/2006/relationships" id="266" r:id="R548e510ea5554ac0"/>
    <p:sldId xmlns:r="http://schemas.openxmlformats.org/officeDocument/2006/relationships" id="267" r:id="R6a4de4d28b134640"/>
    <p:sldId xmlns:r="http://schemas.openxmlformats.org/officeDocument/2006/relationships" id="268" r:id="Rc229538e48294e26"/>
    <p:sldId xmlns:r="http://schemas.openxmlformats.org/officeDocument/2006/relationships" id="269" r:id="R10262a28d87748f4"/>
    <p:sldId xmlns:r="http://schemas.openxmlformats.org/officeDocument/2006/relationships" id="270" r:id="R9f6e0ba578994ba9"/>
    <p:sldId xmlns:r="http://schemas.openxmlformats.org/officeDocument/2006/relationships" id="271" r:id="Ra05191722be646fd"/>
    <p:sldId xmlns:r="http://schemas.openxmlformats.org/officeDocument/2006/relationships" id="272" r:id="Rd3fe164c7cff42ac"/>
    <p:sldId xmlns:r="http://schemas.openxmlformats.org/officeDocument/2006/relationships" id="273" r:id="R8d6b18b1035841f1"/>
    <p:sldId xmlns:r="http://schemas.openxmlformats.org/officeDocument/2006/relationships" id="274" r:id="R1ba3e29df0534b74"/>
    <p:sldId xmlns:r="http://schemas.openxmlformats.org/officeDocument/2006/relationships" id="275" r:id="R602da7d0bf614b93"/>
    <p:sldId xmlns:r="http://schemas.openxmlformats.org/officeDocument/2006/relationships" id="276" r:id="Rce051e75e39249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23f0439aba4ac3" /><Relationship Type="http://schemas.openxmlformats.org/officeDocument/2006/relationships/slideMaster" Target="/ppt/slideMasters/slideMaster1.xml" Id="R1b30c71bcfa9494f" /><Relationship Type="http://schemas.openxmlformats.org/officeDocument/2006/relationships/notesMaster" Target="/ppt/notesMasters/notesMaster1.xml" Id="R7c7fa7cc9b9846d1" /><Relationship Type="http://schemas.openxmlformats.org/officeDocument/2006/relationships/presProps" Target="/ppt/presProps.xml" Id="Rdfa93fbb741e4833" /><Relationship Type="http://schemas.openxmlformats.org/officeDocument/2006/relationships/tableStyles" Target="/ppt/tableStyles.xml" Id="Re079c40c36b34da9" /><Relationship Type="http://schemas.openxmlformats.org/officeDocument/2006/relationships/slide" Target="/ppt/slides/slide1.xml" Id="R1a5d23a939234897" /><Relationship Type="http://schemas.openxmlformats.org/officeDocument/2006/relationships/slide" Target="/ppt/slides/slide2.xml" Id="R4cd9f547c9ab4a66" /><Relationship Type="http://schemas.openxmlformats.org/officeDocument/2006/relationships/slide" Target="/ppt/slides/slide3.xml" Id="R5e25496102a14e87" /><Relationship Type="http://schemas.openxmlformats.org/officeDocument/2006/relationships/slide" Target="/ppt/slides/slide4.xml" Id="R5597ee4b4ad6475e" /><Relationship Type="http://schemas.openxmlformats.org/officeDocument/2006/relationships/slide" Target="/ppt/slides/slide5.xml" Id="Ra966756abb9640d0" /><Relationship Type="http://schemas.openxmlformats.org/officeDocument/2006/relationships/slide" Target="/ppt/slides/slide6.xml" Id="Rfaf662d6355d4108" /><Relationship Type="http://schemas.openxmlformats.org/officeDocument/2006/relationships/slide" Target="/ppt/slides/slide7.xml" Id="R08dae2ae43514e20" /><Relationship Type="http://schemas.openxmlformats.org/officeDocument/2006/relationships/slide" Target="/ppt/slides/slide8.xml" Id="Rb023b089cdcb4ae8" /><Relationship Type="http://schemas.openxmlformats.org/officeDocument/2006/relationships/slide" Target="/ppt/slides/slide9.xml" Id="Rd2f5bfe544ee435f" /><Relationship Type="http://schemas.openxmlformats.org/officeDocument/2006/relationships/slide" Target="/ppt/slides/slide10.xml" Id="Rc4dff1f8df154646" /><Relationship Type="http://schemas.openxmlformats.org/officeDocument/2006/relationships/slide" Target="/ppt/slides/slide11.xml" Id="R548e510ea5554ac0" /><Relationship Type="http://schemas.openxmlformats.org/officeDocument/2006/relationships/slide" Target="/ppt/slides/slide12.xml" Id="R6a4de4d28b134640" /><Relationship Type="http://schemas.openxmlformats.org/officeDocument/2006/relationships/slide" Target="/ppt/slides/slide13.xml" Id="Rc229538e48294e26" /><Relationship Type="http://schemas.openxmlformats.org/officeDocument/2006/relationships/slide" Target="/ppt/slides/slide14.xml" Id="R10262a28d87748f4" /><Relationship Type="http://schemas.openxmlformats.org/officeDocument/2006/relationships/slide" Target="/ppt/slides/slide15.xml" Id="R9f6e0ba578994ba9" /><Relationship Type="http://schemas.openxmlformats.org/officeDocument/2006/relationships/slide" Target="/ppt/slides/slide16.xml" Id="Ra05191722be646fd" /><Relationship Type="http://schemas.openxmlformats.org/officeDocument/2006/relationships/slide" Target="/ppt/slides/slide17.xml" Id="Rd3fe164c7cff42ac" /><Relationship Type="http://schemas.openxmlformats.org/officeDocument/2006/relationships/slide" Target="/ppt/slides/slide18.xml" Id="R8d6b18b1035841f1" /><Relationship Type="http://schemas.openxmlformats.org/officeDocument/2006/relationships/slide" Target="/ppt/slides/slide19.xml" Id="R1ba3e29df0534b74" /><Relationship Type="http://schemas.openxmlformats.org/officeDocument/2006/relationships/slide" Target="/ppt/slides/slide20.xml" Id="R602da7d0bf614b93" /><Relationship Type="http://schemas.openxmlformats.org/officeDocument/2006/relationships/slide" Target="/ppt/slides/slide21.xml" Id="Rce051e75e39249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e29c0a7d564d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522bdd2edd444a" /><Relationship Type="http://schemas.openxmlformats.org/officeDocument/2006/relationships/notesMaster" Target="/ppt/notesMasters/notesMaster1.xml" Id="R66a45711c2a441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7e6f94442446e1" /><Relationship Type="http://schemas.openxmlformats.org/officeDocument/2006/relationships/notesMaster" Target="/ppt/notesMasters/notesMaster1.xml" Id="Ra92305d55e9f45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66dda0cd542e8" /><Relationship Type="http://schemas.openxmlformats.org/officeDocument/2006/relationships/notesMaster" Target="/ppt/notesMasters/notesMaster1.xml" Id="R1d78414a1d7b43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008d0147e443cd" /><Relationship Type="http://schemas.openxmlformats.org/officeDocument/2006/relationships/notesMaster" Target="/ppt/notesMasters/notesMaster1.xml" Id="Ra3498d98b88945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31ff8ff8784929" /><Relationship Type="http://schemas.openxmlformats.org/officeDocument/2006/relationships/notesMaster" Target="/ppt/notesMasters/notesMaster1.xml" Id="Rcb86f6c885db4d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d5b50e40034adc" /><Relationship Type="http://schemas.openxmlformats.org/officeDocument/2006/relationships/notesMaster" Target="/ppt/notesMasters/notesMaster1.xml" Id="R1740b64bbb614e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138e2b715f47c8" /><Relationship Type="http://schemas.openxmlformats.org/officeDocument/2006/relationships/notesMaster" Target="/ppt/notesMasters/notesMaster1.xml" Id="Rc77f8282494a45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61af2df5e2433a" /><Relationship Type="http://schemas.openxmlformats.org/officeDocument/2006/relationships/notesMaster" Target="/ppt/notesMasters/notesMaster1.xml" Id="R926b9c01ee4541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939a7562cf4f04" /><Relationship Type="http://schemas.openxmlformats.org/officeDocument/2006/relationships/notesMaster" Target="/ppt/notesMasters/notesMaster1.xml" Id="R558888cb28d247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c1c539569b47ec" /><Relationship Type="http://schemas.openxmlformats.org/officeDocument/2006/relationships/notesMaster" Target="/ppt/notesMasters/notesMaster1.xml" Id="R98428dcfa0d540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5e9fb27a654384" /><Relationship Type="http://schemas.openxmlformats.org/officeDocument/2006/relationships/notesMaster" Target="/ppt/notesMasters/notesMaster1.xml" Id="Raf5f13b423df4f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ec180c8fe648d7" /><Relationship Type="http://schemas.openxmlformats.org/officeDocument/2006/relationships/notesMaster" Target="/ppt/notesMasters/notesMaster1.xml" Id="Rb3c6261aa40841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4642c2b0a44c7b" /><Relationship Type="http://schemas.openxmlformats.org/officeDocument/2006/relationships/notesMaster" Target="/ppt/notesMasters/notesMaster1.xml" Id="R5c2e111d57784a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9fcfd765af4baa" /><Relationship Type="http://schemas.openxmlformats.org/officeDocument/2006/relationships/notesMaster" Target="/ppt/notesMasters/notesMaster1.xml" Id="R08c9e1810efa4a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40dcae4197401b" /><Relationship Type="http://schemas.openxmlformats.org/officeDocument/2006/relationships/notesMaster" Target="/ppt/notesMasters/notesMaster1.xml" Id="R5c8b76a470eb4f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56fddb80154bff" /><Relationship Type="http://schemas.openxmlformats.org/officeDocument/2006/relationships/notesMaster" Target="/ppt/notesMasters/notesMaster1.xml" Id="R4884373aca7b49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99ea536d0a493f" /><Relationship Type="http://schemas.openxmlformats.org/officeDocument/2006/relationships/notesMaster" Target="/ppt/notesMasters/notesMaster1.xml" Id="Rf7fc554b27794c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2a94a2e5134717" /><Relationship Type="http://schemas.openxmlformats.org/officeDocument/2006/relationships/notesMaster" Target="/ppt/notesMasters/notesMaster1.xml" Id="Rcc0492e16e014d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d308a011664910" /><Relationship Type="http://schemas.openxmlformats.org/officeDocument/2006/relationships/notesMaster" Target="/ppt/notesMasters/notesMaster1.xml" Id="R03240e71466844b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c195a468934e17" /><Relationship Type="http://schemas.openxmlformats.org/officeDocument/2006/relationships/notesMaster" Target="/ppt/notesMasters/notesMaster1.xml" Id="R7277cca3735d41c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c714b4b1e747d8" /><Relationship Type="http://schemas.openxmlformats.org/officeDocument/2006/relationships/notesMaster" Target="/ppt/notesMasters/notesMaster1.xml" Id="R5e0ee3ee7bb64b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45秒。この報告は最後の実験だけを説明するものではない。この1年で「人らしいシステムを作りたい」という発想から、「各能力を検証可能な研究課題へ分解する」ところまで進んだ過程を示す。最後に、現時点で初めて正式確認を通過した限定的な能力結果を紹介する。</a:t>
            </a:r>
          </a:p>
          <a:p xmlns:a="http://schemas.openxmlformats.org/drawingml/2006/main">
            <a:r>
              <a:t/>
            </a:r>
          </a:p>
          <a:p xmlns:a="http://schemas.openxmlformats.org/drawingml/2006/main">
            <a:r>
              <a:t>[Sources]</a:t>
            </a:r>
          </a:p>
          <a:p xmlns:a="http://schemas.openxmlformats.org/drawingml/2006/main">
            <a:r>
              <a:t>- Project master specification: /Users/jerrychang/Downloads/RESEARCH_SPEC_FOR_CODEX.md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90秒。まず「人らしさ」を具体化する。認知科学では、反応を入力から出力への直接変換とは見なさず、知覚、意味理解、作業記憶と長期記憶、出来事の評価、反応選択、言語生成などを扱う。本研究はこの6段階が実際の脳そのものだと主張しない。これらの機能を実行可能なモジュールにし、同じ刺激でも記憶・関係・目標が異なると、なぜ別の応答になるのかを問う。</a:t>
            </a:r>
          </a:p>
          <a:p xmlns:a="http://schemas.openxmlformats.org/drawingml/2006/main">
            <a:r>
              <a:t/>
            </a:r>
          </a:p>
          <a:p xmlns:a="http://schemas.openxmlformats.org/drawingml/2006/main">
            <a:r>
              <a:t>[Sources]</a:t>
            </a:r>
          </a:p>
          <a:p xmlns:a="http://schemas.openxmlformats.org/drawingml/2006/main">
            <a:r>
              <a:t>- ACT-R cognitive architecture: https://act-r.psy.cmu.edu/</a:t>
            </a:r>
          </a:p>
          <a:p xmlns:a="http://schemas.openxmlformats.org/drawingml/2006/main">
            <a:r>
              <a:t>- Cowan (2008), working and long-term memory: https://pubmed.ncbi.nlm.nih.gov/18394484/</a:t>
            </a:r>
          </a:p>
          <a:p xmlns:a="http://schemas.openxmlformats.org/drawingml/2006/main">
            <a:r>
              <a:t>- Scherer &amp; Moors (2019), appraisal and action tendency: https://doi.org/10.1146/annurev-psych-122216-011854</a:t>
            </a:r>
          </a:p>
          <a:p xmlns:a="http://schemas.openxmlformats.org/drawingml/2006/main">
            <a:r>
              <a:t>- Levelt (1999), word production: https://pubmed.ncbi.nlm.nih.gov/10354575/</a:t>
            </a:r>
          </a:p>
          <a:p xmlns:a="http://schemas.openxmlformats.org/drawingml/2006/main">
            <a:r>
              <a:t>- Sections 0–6 of /Users/jerrychang/Downloads/RESEARCH_SPEC_FOR_CODEX.md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105秒。この頁では初期検証を正直に説明する。ToMBenchは現在97.5%、プロジェクト旧版は約55%だが、同一時点・同一標本の対応対照ではない。したがって工学的な改善方向は見えても、正式な因果比較にはできない。また97.5%にはsymbolic selectorも含まれる。Big Fiveの安定度は0.7554だが、当時は同一モデルの人格なし対照を作っていない。どちらも局所機能しか示さず、人らしさは証明できない。これが次頁の研究転換につながる。</a:t>
            </a:r>
          </a:p>
          <a:p xmlns:a="http://schemas.openxmlformats.org/drawingml/2006/main">
            <a:r>
              <a:t/>
            </a:r>
          </a:p>
          <a:p xmlns:a="http://schemas.openxmlformats.org/drawingml/2006/main">
            <a:r>
              <a:t>[Sources]</a:t>
            </a:r>
          </a:p>
          <a:p xmlns:a="http://schemas.openxmlformats.org/drawingml/2006/main">
            <a:r>
              <a:t>- reports/formal_brain_benchmarks_report.md</a:t>
            </a:r>
          </a:p>
          <a:p xmlns:a="http://schemas.openxmlformats.org/drawingml/2006/main">
            <a:r>
              <a:t>- reports/formal_brain_benchmarks_report.json</a:t>
            </a:r>
          </a:p>
          <a:p xmlns:a="http://schemas.openxmlformats.org/drawingml/2006/main">
            <a:r>
              <a:t>- reports/project_direction_audit_and_future_roadmap_zh.md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約90秒。ここでは先生が尋ねる可能性のある「高得点なら人らしいのでは？」に直接答える。答えは否である。ToM、Big Five、自然さ、記憶のどれについても、ある閾値を超えれば人間だと定義する論文はない。人はそれぞれ異なり、同じ発話にも唯一の人間的解答はない。そこで研究課題を反証可能な形へ変えた。つまり、他の条件を固定したとき、特定の中間機構が未知の行動予測を本当に改善するかを問う。</a:t>
            </a:r>
          </a:p>
          <a:p xmlns:a="http://schemas.openxmlformats.org/drawingml/2006/main">
            <a:r>
              <a:t/>
            </a:r>
          </a:p>
          <a:p xmlns:a="http://schemas.openxmlformats.org/drawingml/2006/main">
            <a:r>
              <a:t>[Sources]</a:t>
            </a:r>
          </a:p>
          <a:p xmlns:a="http://schemas.openxmlformats.org/drawingml/2006/main">
            <a:r>
              <a:t>- reports/formal_brain_benchmarks_report.md</a:t>
            </a:r>
          </a:p>
          <a:p xmlns:a="http://schemas.openxmlformats.org/drawingml/2006/main">
            <a:r>
              <a:t>- Research claim boundary: /Users/jerrychang/Downloads/RESEARCH_SPEC_FOR_CODEX.md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100秒。この頁は、以前欠けていた研究上の橋を示す。人全体を直接測れないからといって、突然語用へ移ったのではない。元の左脳・記憶・状態・右脳の構成に戻り、最上流の左脳理解器官を選んだ。本当に問われた対象を誤って理解すると、記憶検索・反応計画・日本語表現も誤った問題に沿って進む。そこで、他条件を固定し、左脳の理解手順だけを替えたとき正答率が上がるかを研究課題にした。</a:t>
            </a:r>
          </a:p>
          <a:p xmlns:a="http://schemas.openxmlformats.org/drawingml/2006/main">
            <a:r>
              <a:t/>
            </a:r>
          </a:p>
          <a:p xmlns:a="http://schemas.openxmlformats.org/drawingml/2006/main">
            <a:r>
              <a:t>[Sources]</a:t>
            </a:r>
          </a:p>
          <a:p xmlns:a="http://schemas.openxmlformats.org/drawingml/2006/main">
            <a:r>
              <a:t>- reports/project_direction_audit_and_future_roadmap_zh.md</a:t>
            </a:r>
          </a:p>
          <a:p xmlns:a="http://schemas.openxmlformats.org/drawingml/2006/main">
            <a:r>
              <a:t>- /Users/jerrychang/Downloads/RESEARCH_SPEC_FOR_CODEX.md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100秒。日常例を使って、左脳理解器官の入力と出力を定義する。字面と記憶を受け取り、暫定状態、反応候補、選択方針を作り、右脳が日本語にする。このトレースは構成が実際に動くことを示すが、日常対話には唯一の標準解答がない。そのため、まだ二つの理解方法を公平に比べられない。ここから反証可能な閉ループと公開問題集へ進む。</a:t>
            </a:r>
          </a:p>
          <a:p xmlns:a="http://schemas.openxmlformats.org/drawingml/2006/main">
            <a:r>
              <a:t/>
            </a:r>
          </a:p>
          <a:p xmlns:a="http://schemas.openxmlformats.org/drawingml/2006/main">
            <a:r>
              <a:t>[Sources]</a:t>
            </a:r>
          </a:p>
          <a:p xmlns:a="http://schemas.openxmlformats.org/drawingml/2006/main">
            <a:r>
              <a:t>- analysis/v2_16_reference_person_equation_raw.json</a:t>
            </a:r>
          </a:p>
          <a:p xmlns:a="http://schemas.openxmlformats.org/drawingml/2006/main">
            <a:r>
              <a:t>- analysis/v2_16_one_week_reference_person_equation_acceptance_2026-08-12.md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95秒。理解とは読心を主張することではなく、左脳が見えない状態に対して、否定可能な暫定仮説を置くことである。仮説・証拠・予測・結果・更新の5段階はすべて必要である。証拠がなければ当て推量になり、予測がなければ採点できず、結果と更新がなければ修正できない。これは複数ターンの日常理解を扱うが、二つの機構を比較するには固定正解を持つ外部問題が必要になる。</a:t>
            </a:r>
          </a:p>
          <a:p xmlns:a="http://schemas.openxmlformats.org/drawingml/2006/main">
            <a:r>
              <a:t/>
            </a:r>
          </a:p>
          <a:p xmlns:a="http://schemas.openxmlformats.org/drawingml/2006/main">
            <a:r>
              <a:t>[Sources]</a:t>
            </a:r>
          </a:p>
          <a:p xmlns:a="http://schemas.openxmlformats.org/drawingml/2006/main">
            <a:r>
              <a:t>- analysis/v2_14_human_pragmatic_comparison_raw.json</a:t>
            </a:r>
          </a:p>
          <a:p xmlns:a="http://schemas.openxmlformats.org/drawingml/2006/main">
            <a:r>
              <a:t>- analysis/v2_15_one_week_pragmatic_showcase_acceptance_2026-08-12.md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約80秒。器官が違えば、検証に使う論文の方法も異なる。PUBは左脳の語用理解、LoCoMoは長期記憶、proper scoringとcalibrationは確率、対応統計とbootstrapは公平比較、人による評価は自然対話に対応する。M1からM12までは他の器官と評価法を整備し、M13で初めてPUBを左脳理解へ接続した。</a:t>
            </a:r>
          </a:p>
          <a:p xmlns:a="http://schemas.openxmlformats.org/drawingml/2006/main">
            <a:r>
              <a:t/>
            </a:r>
          </a:p>
          <a:p xmlns:a="http://schemas.openxmlformats.org/drawingml/2006/main">
            <a:r>
              <a:t>[Sources]</a:t>
            </a:r>
          </a:p>
          <a:p xmlns:a="http://schemas.openxmlformats.org/drawingml/2006/main">
            <a:r>
              <a:t>- https://aclanthology.org/2024.findings-acl.719/</a:t>
            </a:r>
          </a:p>
          <a:p xmlns:a="http://schemas.openxmlformats.org/drawingml/2006/main">
            <a:r>
              <a:t>- https://aclanthology.org/2024.acl-long.747/</a:t>
            </a:r>
          </a:p>
          <a:p xmlns:a="http://schemas.openxmlformats.org/drawingml/2006/main">
            <a:r>
              <a:t>- https://doi.org/10.1198/016214506000001437</a:t>
            </a:r>
          </a:p>
          <a:p xmlns:a="http://schemas.openxmlformats.org/drawingml/2006/main">
            <a:r>
              <a:t>- https://proceedings.mlr.press/v70/guo17a.html</a:t>
            </a:r>
          </a:p>
          <a:p xmlns:a="http://schemas.openxmlformats.org/drawingml/2006/main">
            <a:r>
              <a:t>- https://aclanthology.org/2021.acl-long.179/</a:t>
            </a:r>
          </a:p>
          <a:p xmlns:a="http://schemas.openxmlformats.org/drawingml/2006/main">
            <a:r>
              <a:t>- https://aclanthology.org/D12-1091/</a:t>
            </a:r>
          </a:p>
          <a:p xmlns:a="http://schemas.openxmlformats.org/drawingml/2006/main">
            <a:r>
              <a:t>- https://aclanthology.org/D16-1230/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90秒。M1からM5は人間方程式全体の基礎であり、PUB実験ではない。M1は時間境界、M2は評価統制、M3は記憶器官、M4は状態器官、M5は状態遷移を扱った。未来を見ず、推測を事実にしないことを先に保証して、初めて器官が予測を改善するか議論できる。</a:t>
            </a:r>
          </a:p>
          <a:p xmlns:a="http://schemas.openxmlformats.org/drawingml/2006/main">
            <a:r>
              <a:t/>
            </a:r>
          </a:p>
          <a:p xmlns:a="http://schemas.openxmlformats.org/drawingml/2006/main">
            <a:r>
              <a:t>[Sources]</a:t>
            </a:r>
          </a:p>
          <a:p xmlns:a="http://schemas.openxmlformats.org/drawingml/2006/main">
            <a:r>
              <a:t>- analysis/m1_temporal_prediction_observatory_acceptance_2026-08-15.md</a:t>
            </a:r>
          </a:p>
          <a:p xmlns:a="http://schemas.openxmlformats.org/drawingml/2006/main">
            <a:r>
              <a:t>- analysis/m2_strong_temporal_baselines_acceptance_2026-08-15.md</a:t>
            </a:r>
          </a:p>
          <a:p xmlns:a="http://schemas.openxmlformats.org/drawingml/2006/main">
            <a:r>
              <a:t>- analysis/m3_structured_memory_acceptance_2026-08-15.md</a:t>
            </a:r>
          </a:p>
          <a:p xmlns:a="http://schemas.openxmlformats.org/drawingml/2006/main">
            <a:r>
              <a:t>- analysis/m4_human_state_acceptance_2026-08-15.md</a:t>
            </a:r>
          </a:p>
          <a:p xmlns:a="http://schemas.openxmlformats.org/drawingml/2006/main">
            <a:r>
              <a:t>- analysis/m5_state_transition_acceptance_2026-08-15.md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90秒。M6からM10では、元の構成の器官を一つずつ測った。左脳の行動予測、記憶と状態、全体の頑健性、人格定数の転移、右脳の日本語出力である。成功だけでなく失敗もあり、共通して残った欠落は、左脳が字面・本当の問題・文脈証拠を正しく分けられるかを公開基準で直接検査していないことだった。</a:t>
            </a:r>
          </a:p>
          <a:p xmlns:a="http://schemas.openxmlformats.org/drawingml/2006/main">
            <a:r>
              <a:t/>
            </a:r>
          </a:p>
          <a:p xmlns:a="http://schemas.openxmlformats.org/drawingml/2006/main">
            <a:r>
              <a:t>[Sources]</a:t>
            </a:r>
          </a:p>
          <a:p xmlns:a="http://schemas.openxmlformats.org/drawingml/2006/main">
            <a:r>
              <a:t>- analysis/m6_behavior_predictor_acceptance_2026-08-15.md</a:t>
            </a:r>
          </a:p>
          <a:p xmlns:a="http://schemas.openxmlformats.org/drawingml/2006/main">
            <a:r>
              <a:t>- analysis/m7_ablation_intervention_diagnostic_acceptance_2026-08-15.md</a:t>
            </a:r>
          </a:p>
          <a:p xmlns:a="http://schemas.openxmlformats.org/drawingml/2006/main">
            <a:r>
              <a:t>- analysis/m8_rolling_scaling_acceptance_2026-08-15.md</a:t>
            </a:r>
          </a:p>
          <a:p xmlns:a="http://schemas.openxmlformats.org/drawingml/2006/main">
            <a:r>
              <a:t>- analysis/m9_second_person_transfer_acceptance_2026-08-15.md</a:t>
            </a:r>
          </a:p>
          <a:p xmlns:a="http://schemas.openxmlformats.org/drawingml/2006/main">
            <a:r>
              <a:t>- analysis/m10_behavior_authoritative_language_acceptance_2026-08-15.md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95秒。ここで初めてPUBを使う理由を説明する。M11とM12で証拠を整理し論文の方法に合わせても、システム全体の優位は成立しなかった。自作問題だけでは外部再現も難しい。そこでM13から、問題・解答・語用分類が固定された公開PUBを選び、左脳理解だけを切り出した。M13は失敗してスキーマ問題を明らかにし、M14は形式修正後の発展的兆候にとどまり、M15で300件の新規事例を使って確認した。</a:t>
            </a:r>
          </a:p>
          <a:p xmlns:a="http://schemas.openxmlformats.org/drawingml/2006/main">
            <a:r>
              <a:t/>
            </a:r>
          </a:p>
          <a:p xmlns:a="http://schemas.openxmlformats.org/drawingml/2006/main">
            <a:r>
              <a:t>[Sources]</a:t>
            </a:r>
          </a:p>
          <a:p xmlns:a="http://schemas.openxmlformats.org/drawingml/2006/main">
            <a:r>
              <a:t>- analysis/m11_research_evidence_closure_acceptance_2026-08-15.md</a:t>
            </a:r>
          </a:p>
          <a:p xmlns:a="http://schemas.openxmlformats.org/drawingml/2006/main">
            <a:r>
              <a:t>- analysis/m12_literature_grounded_evaluation_report_2026-08-17.md</a:t>
            </a:r>
          </a:p>
          <a:p xmlns:a="http://schemas.openxmlformats.org/drawingml/2006/main">
            <a:r>
              <a:t>- analysis/m13_pub_pragmatics_report_2026-08-17.md</a:t>
            </a:r>
          </a:p>
          <a:p xmlns:a="http://schemas.openxmlformats.org/drawingml/2006/main">
            <a:r>
              <a:t>- analysis/m14_pub_schema_replication_report_2026-08-17.md</a:t>
            </a:r>
          </a:p>
          <a:p xmlns:a="http://schemas.openxmlformats.org/drawingml/2006/main">
            <a:r>
              <a:t>- analysis/m15_deixis_confirmation_report_2026-08-17.md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100秒。PUBが適するのは、人全体を代表するからではなく、左脳理解を採点可能な問いに変えられるからである。今回はT13指示語問題だけを使い、記憶・人格・右脳の日本語は測らない。原問題は英語で、スライドには日本語訳を示している。thereはclosetを指すが、置かれた物はpineapplesである。左脳はbroccoliとpineapplesが別物であることを保ち、Noを正しい問いへ結びつけなければならない。</a:t>
            </a:r>
          </a:p>
          <a:p xmlns:a="http://schemas.openxmlformats.org/drawingml/2006/main">
            <a:r>
              <a:t/>
            </a:r>
          </a:p>
          <a:p xmlns:a="http://schemas.openxmlformats.org/drawingml/2006/main">
            <a:r>
              <a:t>[Sources]</a:t>
            </a:r>
          </a:p>
          <a:p xmlns:a="http://schemas.openxmlformats.org/drawingml/2006/main">
            <a:r>
              <a:t>- https://aclanthology.org/2024.findings-acl.719/</a:t>
            </a:r>
          </a:p>
          <a:p xmlns:a="http://schemas.openxmlformats.org/drawingml/2006/main">
            <a:r>
              <a:t>- analysis/m15_deixis_confirmation_raw_result.json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90秒。この頁では変数を一つずつ説明する。独立変数は回答前の思考構造、従属変数は同じ問題で正解したかどうかである。統制変数により、両条件は同じモデル・問題・決定論的設定を使う。対照群は弱い直接回答ではなく、熟考と反証を行うGenericである。300問はM13とM14で使っていない。明確に残る制約は、Oursのトークン数が9%多いことである。</a:t>
            </a:r>
          </a:p>
          <a:p xmlns:a="http://schemas.openxmlformats.org/drawingml/2006/main">
            <a:r>
              <a:t/>
            </a:r>
          </a:p>
          <a:p xmlns:a="http://schemas.openxmlformats.org/drawingml/2006/main">
            <a:r>
              <a:t>[Sources]</a:t>
            </a:r>
          </a:p>
          <a:p xmlns:a="http://schemas.openxmlformats.org/drawingml/2006/main">
            <a:r>
              <a:t>- configs/m15_deixis_confirmation_preregistration.json</a:t>
            </a:r>
          </a:p>
          <a:p xmlns:a="http://schemas.openxmlformats.org/drawingml/2006/main">
            <a:r>
              <a:t>- configs/m15_deixis_confirmation_result_lock.json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110秒。二つの手順は本研究で構築し、PUBが提供するのは問題と解答だけである。Genericも弱くない。観察事項を列挙し、自由推論を2段階行い、反例を探し、不確実性を示した上で、解答を選択肢へ対応付ける。Oursは元の左脳語用器官で、字面、本当に問われた対象、文脈証拠、他の妥当な解釈を順に分けてから解答を対応付ける。モデルと問題は同じなので、比較しているのは左脳の理解手順であり、一般LLMが思考するかどうかではない。</a:t>
            </a:r>
          </a:p>
          <a:p xmlns:a="http://schemas.openxmlformats.org/drawingml/2006/main">
            <a:r>
              <a:t/>
            </a:r>
          </a:p>
          <a:p xmlns:a="http://schemas.openxmlformats.org/drawingml/2006/main">
            <a:r>
              <a:t>[Sources]</a:t>
            </a:r>
          </a:p>
          <a:p xmlns:a="http://schemas.openxmlformats.org/drawingml/2006/main">
            <a:r>
              <a:t>- run_m15_deixis_confirmation.py</a:t>
            </a:r>
          </a:p>
          <a:p xmlns:a="http://schemas.openxmlformats.org/drawingml/2006/main">
            <a:r>
              <a:t>- configs/m15_deixis_confirmation_preregistration.json</a:t>
            </a:r>
          </a:p>
          <a:p xmlns:a="http://schemas.openxmlformats.org/drawingml/2006/main">
            <a:r>
              <a:t>- https://aclanthology.org/2024.findings-acl.719/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85秒。統計を専門としない人にも分かるように言えば、この頁の目的は結果を見た後で規則を変えることを防ぐことにある。検出力で必要問題数を決め、SESOIで意味のある最小差を決め、信頼区間とp値で不確実性を確認し、解析率とスキーマ完全率で手順が実行されたことを保証する。5項目すべてを通過して初めて成功とする。</a:t>
            </a:r>
          </a:p>
          <a:p xmlns:a="http://schemas.openxmlformats.org/drawingml/2006/main">
            <a:r>
              <a:t/>
            </a:r>
          </a:p>
          <a:p xmlns:a="http://schemas.openxmlformats.org/drawingml/2006/main">
            <a:r>
              <a:t>[Sources]</a:t>
            </a:r>
          </a:p>
          <a:p xmlns:a="http://schemas.openxmlformats.org/drawingml/2006/main">
            <a:r>
              <a:t>- configs/m15_deixis_confirmation_preregistration.json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約85秒。Genericは52.7%、Oursは68.7%、同一問題の対応差は+16ppである。信頼区間は0を除外し、McNemarのp値は約0.00079、事前の5基準はすべて通過した。正確な表現は、qwen3.5:9b、この固定プロトコル、PUB T13において、明示的な語用分解に正の限定的優位があった、である。</a:t>
            </a:r>
          </a:p>
          <a:p xmlns:a="http://schemas.openxmlformats.org/drawingml/2006/main">
            <a:r>
              <a:t/>
            </a:r>
          </a:p>
          <a:p xmlns:a="http://schemas.openxmlformats.org/drawingml/2006/main">
            <a:r>
              <a:t>[Sources]</a:t>
            </a:r>
          </a:p>
          <a:p xmlns:a="http://schemas.openxmlformats.org/drawingml/2006/main">
            <a:r>
              <a:t>- analysis/m15_deixis_confirmation_report_2026-08-17.md</a:t>
            </a:r>
          </a:p>
          <a:p xmlns:a="http://schemas.openxmlformats.org/drawingml/2006/main">
            <a:r>
              <a:t>- configs/m15_deixis_confirmation_result_lock.json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80秒。この図はウェブ画面ではなく、300件の対応事例そのものを示す。青の123問はOursのみ正解、灰色の102問は両群の結果が同じ、橙の75問はGenericのみ正解である。123から75を引くと48、300で割ると16%になる。マスは分類ごとに並べた視覚表現であり、元の問題順を表さない。</a:t>
            </a:r>
          </a:p>
          <a:p xmlns:a="http://schemas.openxmlformats.org/drawingml/2006/main">
            <a:r>
              <a:t/>
            </a:r>
          </a:p>
          <a:p xmlns:a="http://schemas.openxmlformats.org/drawingml/2006/main">
            <a:r>
              <a:t>[Sources]</a:t>
            </a:r>
          </a:p>
          <a:p xmlns:a="http://schemas.openxmlformats.org/drawingml/2006/main">
            <a:r>
              <a:t>- configs/m15_deixis_confirmation_result_lock.json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約105秒。M15が示したのは、システム全体の最上流にある一段だけである。PUB T13では、語用器官が推論結果を正しい対象へ結びつける割合が高かった。だからといって、後の記憶検索・反応選択・右脳出力が自動的に改善したわけではない。その完全な因果連鎖は今後一段ずつ検証する。Genericも弱い対照ではなく、75問で単独正解している。この頁は再現可能な誤りを一例で説明し、全体の統計証拠は300問に基づく。</a:t>
            </a:r>
          </a:p>
          <a:p xmlns:a="http://schemas.openxmlformats.org/drawingml/2006/main">
            <a:r>
              <a:t/>
            </a:r>
          </a:p>
          <a:p xmlns:a="http://schemas.openxmlformats.org/drawingml/2006/main">
            <a:r>
              <a:t>[Sources]</a:t>
            </a:r>
          </a:p>
          <a:p xmlns:a="http://schemas.openxmlformats.org/drawingml/2006/main">
            <a:r>
              <a:t>- analysis/m15_deixis_confirmation_raw_result.json</a:t>
            </a:r>
          </a:p>
          <a:p xmlns:a="http://schemas.openxmlformats.org/drawingml/2006/main">
            <a:r>
              <a:t>- configs/m15_deixis_confirmation_result_lock.json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80秒。先生には、この成果を範囲の限定された研究貢献として報告できる。工学的な流れは一通り実装され、負の結果も保存され、M15では同一モデルの正式な対応優位が得られた。しかし、システムが人間である、すべての語用を理解する、Uruha本人の予測を完了した、とは外挿できない。研究価値は、曖昧な目標を反証可能な実験へ変えたことにある。</a:t>
            </a:r>
          </a:p>
          <a:p xmlns:a="http://schemas.openxmlformats.org/drawingml/2006/main">
            <a:r>
              <a:t/>
            </a:r>
          </a:p>
          <a:p xmlns:a="http://schemas.openxmlformats.org/drawingml/2006/main">
            <a:r>
              <a:t>[Sources]</a:t>
            </a:r>
          </a:p>
          <a:p xmlns:a="http://schemas.openxmlformats.org/drawingml/2006/main">
            <a:r>
              <a:t>- configs/m15_deixis_confirmation_result_lock.json</a:t>
            </a:r>
          </a:p>
          <a:p xmlns:a="http://schemas.openxmlformats.org/drawingml/2006/main">
            <a:r>
              <a:t>- Research boundaries: /Users/jerrychang/Downloads/RESEARCH_SPEC_FOR_CODEX.md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75秒。結びでは、完全な人間モデルが完成したとは言わない。この1年で達成したのは研究への転換である。前半では対話・記憶・人格・可視化システムを作り、後半では時間分割、ベースライン、アブレーション、公開ベンチマーク、事前登録を整備し、最後にM15の限定的な正の結果を得た。類人システムという長期目標は残っているが、今は一段ずつ検証できる。</a:t>
            </a:r>
          </a:p>
          <a:p xmlns:a="http://schemas.openxmlformats.org/drawingml/2006/main">
            <a:r>
              <a:t/>
            </a:r>
          </a:p>
          <a:p xmlns:a="http://schemas.openxmlformats.org/drawingml/2006/main">
            <a:r>
              <a:t>[Sources]</a:t>
            </a:r>
          </a:p>
          <a:p xmlns:a="http://schemas.openxmlformats.org/drawingml/2006/main">
            <a:r>
              <a:t>- Annual evidence chain: CHAT_CONTEXT_COMPACTION_2026-08-10.md</a:t>
            </a:r>
          </a:p>
          <a:p xmlns:a="http://schemas.openxmlformats.org/drawingml/2006/main">
            <a:r>
              <a:t>- Next valid tests: configs/m15_deixis_confirmation_result_lock.json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予備スライド。先生からデータや統計手法の出典を尋ねられた場合に戻る。正式な報告では一件ずつ読み上げる必要はない。</a:t>
            </a:r>
          </a:p>
          <a:p xmlns:a="http://schemas.openxmlformats.org/drawingml/2006/main">
            <a:r>
              <a:t/>
            </a:r>
          </a:p>
          <a:p xmlns:a="http://schemas.openxmlformats.org/drawingml/2006/main">
            <a:r>
              <a:t>[Sources]</a:t>
            </a:r>
          </a:p>
          <a:p xmlns:a="http://schemas.openxmlformats.org/drawingml/2006/main">
            <a:r>
              <a:t>- https://aclanthology.org/2024.findings-acl.719/</a:t>
            </a:r>
          </a:p>
          <a:p xmlns:a="http://schemas.openxmlformats.org/drawingml/2006/main">
            <a:r>
              <a:t>- https://aclanthology.org/2024.acl-long.747/</a:t>
            </a:r>
          </a:p>
          <a:p xmlns:a="http://schemas.openxmlformats.org/drawingml/2006/main">
            <a:r>
              <a:t>- https://doi.org/10.1198/016214506000001437</a:t>
            </a:r>
          </a:p>
          <a:p xmlns:a="http://schemas.openxmlformats.org/drawingml/2006/main">
            <a:r>
              <a:t>- https://proceedings.mlr.press/v70/guo17a.html</a:t>
            </a:r>
          </a:p>
          <a:p xmlns:a="http://schemas.openxmlformats.org/drawingml/2006/main">
            <a:r>
              <a:t>- https://aclanthology.org/2021.acl-long.179/</a:t>
            </a:r>
          </a:p>
          <a:p xmlns:a="http://schemas.openxmlformats.org/drawingml/2006/main">
            <a:r>
              <a:t>- https://aclanthology.org/D12-1091/</a:t>
            </a:r>
          </a:p>
          <a:p xmlns:a="http://schemas.openxmlformats.org/drawingml/2006/main">
            <a:r>
              <a:t>- https://aclanthology.org/D16-1230/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205df5cb9a4d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9f1536a11947f2" /><Relationship Type="http://schemas.openxmlformats.org/officeDocument/2006/relationships/slideLayout" Target="/ppt/slideLayouts/slideLayout1.xml" Id="R6f5c31d063e946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5c31d063e946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f55824b7574e55" /><Relationship Type="http://schemas.openxmlformats.org/officeDocument/2006/relationships/notesSlide" Target="/ppt/notesSlides/notesSlide1.xml" Id="R2fa03a405a9848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20acdbff074767" /><Relationship Type="http://schemas.openxmlformats.org/officeDocument/2006/relationships/notesSlide" Target="/ppt/notesSlides/notesSlide2.xml" Id="Rfcadb6ec3a694d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1c0278aaba4b02" /><Relationship Type="http://schemas.openxmlformats.org/officeDocument/2006/relationships/notesSlide" Target="/ppt/notesSlides/notesSlide3.xml" Id="R93e547aba48f40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4a08aee4ed4c03" /><Relationship Type="http://schemas.openxmlformats.org/officeDocument/2006/relationships/notesSlide" Target="/ppt/notesSlides/notesSlide4.xml" Id="R810f385b82ab43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22b727c18f4ea8" /><Relationship Type="http://schemas.openxmlformats.org/officeDocument/2006/relationships/notesSlide" Target="/ppt/notesSlides/notesSlide5.xml" Id="Re7b879058ba542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738c33d5d7481d" /><Relationship Type="http://schemas.openxmlformats.org/officeDocument/2006/relationships/notesSlide" Target="/ppt/notesSlides/notesSlide6.xml" Id="R17974840bb2646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a33c260a1944c2" /><Relationship Type="http://schemas.openxmlformats.org/officeDocument/2006/relationships/notesSlide" Target="/ppt/notesSlides/notesSlide7.xml" Id="R8cb7245676ef41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fac062f1964a6a" /><Relationship Type="http://schemas.openxmlformats.org/officeDocument/2006/relationships/notesSlide" Target="/ppt/notesSlides/notesSlide8.xml" Id="R2b0f5212a03c48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645bbc697646d0" /><Relationship Type="http://schemas.openxmlformats.org/officeDocument/2006/relationships/notesSlide" Target="/ppt/notesSlides/notesSlide9.xml" Id="Rf1a6a9cb7d4a42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46c7c51fb3432e" /><Relationship Type="http://schemas.openxmlformats.org/officeDocument/2006/relationships/notesSlide" Target="/ppt/notesSlides/notesSlide10.xml" Id="R625321e138ea4d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8673181f554b65" /><Relationship Type="http://schemas.openxmlformats.org/officeDocument/2006/relationships/notesSlide" Target="/ppt/notesSlides/notesSlide11.xml" Id="R0776f300a78c45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557a87ddf14bd4" /><Relationship Type="http://schemas.openxmlformats.org/officeDocument/2006/relationships/notesSlide" Target="/ppt/notesSlides/notesSlide12.xml" Id="R16a2ad7b79e444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dbec850eb141fd" /><Relationship Type="http://schemas.openxmlformats.org/officeDocument/2006/relationships/notesSlide" Target="/ppt/notesSlides/notesSlide13.xml" Id="R7b9ca697af2a4a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36b274a72884cf2" /><Relationship Type="http://schemas.openxmlformats.org/officeDocument/2006/relationships/notesSlide" Target="/ppt/notesSlides/notesSlide14.xml" Id="R11d2f6e24eea44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e7ff09a4f54c93" /><Relationship Type="http://schemas.openxmlformats.org/officeDocument/2006/relationships/notesSlide" Target="/ppt/notesSlides/notesSlide15.xml" Id="R2bfd3a35cb5c45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8d4b30d2184931" /><Relationship Type="http://schemas.openxmlformats.org/officeDocument/2006/relationships/chart" Target="/ppt/slides/charts/chart1.xml" Id="R4ea3031d04c9469f" /><Relationship Type="http://schemas.openxmlformats.org/officeDocument/2006/relationships/notesSlide" Target="/ppt/notesSlides/notesSlide16.xml" Id="R7a7a05de5b6443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6cb678198ed4dac" /><Relationship Type="http://schemas.openxmlformats.org/officeDocument/2006/relationships/notesSlide" Target="/ppt/notesSlides/notesSlide17.xml" Id="Ra1035cdc444143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8c336a19bda4543" /><Relationship Type="http://schemas.openxmlformats.org/officeDocument/2006/relationships/notesSlide" Target="/ppt/notesSlides/notesSlide18.xml" Id="Re1a18cb0b137478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923128373a4340" /><Relationship Type="http://schemas.openxmlformats.org/officeDocument/2006/relationships/notesSlide" Target="/ppt/notesSlides/notesSlide19.xml" Id="Rec17cbacc74c4c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0a76be9a574423" /><Relationship Type="http://schemas.openxmlformats.org/officeDocument/2006/relationships/notesSlide" Target="/ppt/notesSlides/notesSlide20.xml" Id="Rc336086778c744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1d2448bd2a4e19" /><Relationship Type="http://schemas.openxmlformats.org/officeDocument/2006/relationships/notesSlide" Target="/ppt/notesSlides/notesSlide21.xml" Id="R42ff5482ea264280" /></Relationships>
</file>

<file path=ppt/slides/charts/chart1.xml><?xml version="1.0" encoding="utf-8"?>
<c:chartSpace xmlns:c="http://schemas.openxmlformats.org/drawingml/2006/chart">
  <c:lang val="en-US"/>
  <c:chart>
    <c:plotArea>
      <c:barChart>
        <c:barDir val="col"/>
        <c:grouping val="clustered"/>
        <c:varyColors val="0"/>
        <c:ser>
          <c:idx val="0"/>
          <c:order val="0"/>
          <c:tx>
            <c:v>完全一致正答率（%）</c:v>
          </c:tx>
          <c:spPr>
            <a:solidFill xmlns:a="http://schemas.openxmlformats.org/drawingml/2006/main">
              <a:srgbClr val="3D8DFF"/>
            </a:solidFill>
          </c:spPr>
          <c:cat>
            <c:strLit>
              <c:ptCount val="2"/>
              <c:pt idx="0">
                <c:v>一般的熟考 Generic</c:v>
              </c:pt>
              <c:pt idx="1">
                <c:v>語用分解 Ours</c:v>
              </c:pt>
            </c:strLit>
          </c:cat>
          <c:val>
            <c:numLit>
              <c:formatCode>General</c:formatCode>
              <c:ptCount val="2"/>
              <c:pt idx="0">
                <c:v>52.7</c:v>
              </c:pt>
              <c:pt idx="1">
                <c:v>68.7</c:v>
              </c:pt>
            </c:numLit>
          </c:val>
        </c:ser>
        <c:dLbls>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8D97A6"/>
            </a:solidFill>
            <a:prstDash val="solid"/>
          </a:ln>
        </c:spPr>
        <c:txPr>
          <a:bodyPr xmlns:a="http://schemas.openxmlformats.org/drawingml/2006/main" anchorCtr="1"/>
          <a:lstStyle xmlns:a="http://schemas.openxmlformats.org/drawingml/2006/main"/>
          <a:p xmlns:a="http://schemas.openxmlformats.org/drawingml/2006/main">
            <a:pPr>
              <a:defRPr sz="1125">
                <a:solidFill>
                  <a:srgbClr val="0B1220"/>
                </a:solidFill>
                <a:latin typeface="Noto Sans CJK TC"/>
                <a:ea typeface="Noto Sans CJK TC"/>
                <a:cs typeface="Noto Sans CJK TC"/>
              </a:defRPr>
            </a:pPr>
          </a:p>
        </c:txPr>
        <c:crossAx val="48672768"/>
      </c:catAx>
      <c:valAx>
        <c:axId val="48672768"/>
        <c:scaling>
          <c:orientation val="minMax"/>
          <c:max val="80"/>
          <c:min val="0"/>
        </c:scaling>
        <c:delete val="0"/>
        <c:axPos val="l"/>
        <c:majorGridlines>
          <c:spPr>
            <a:ln xmlns:a="http://schemas.openxmlformats.org/drawingml/2006/main" w="9525">
              <a:solidFill>
                <a:srgbClr val="DCE2EA"/>
              </a:solidFill>
              <a:prstDash val="solid"/>
            </a:ln>
          </c:spPr>
        </c:majorGridlines>
        <c:numFmt formatCode="General"/>
        <c:majorTickMark val="none"/>
        <c:minorTickMark val="none"/>
        <c:spPr>
          <a:ln xmlns:a="http://schemas.openxmlformats.org/drawingml/2006/main" w="9525">
            <a:solidFill>
              <a:srgbClr val="8D97A6"/>
            </a:solidFill>
            <a:prstDash val="solid"/>
          </a:ln>
        </c:spPr>
        <c:txPr>
          <a:bodyPr xmlns:a="http://schemas.openxmlformats.org/drawingml/2006/main" anchorCtr="1"/>
          <a:lstStyle xmlns:a="http://schemas.openxmlformats.org/drawingml/2006/main"/>
          <a:p xmlns:a="http://schemas.openxmlformats.org/drawingml/2006/main">
            <a:pPr>
              <a:defRPr sz="975">
                <a:solidFill>
                  <a:srgbClr val="536174"/>
                </a:solidFill>
                <a:latin typeface="Noto Sans CJK TC"/>
                <a:ea typeface="Noto Sans CJK TC"/>
                <a:cs typeface="Noto Sans CJK TC"/>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942ECD-5AA9-47E7-A0BC-8E51A0DF8AAE}"/>
              </a:ext>
            </a:extLst>
          </p:cNvPr>
          <p:cNvSpPr>
            <a:spLocks xmlns:a="http://schemas.openxmlformats.org/drawingml/2006/main" noGrp="1"/>
          </p:cNvSpPr>
          <p:nvPr/>
        </p:nvSpPr>
        <p:spPr>
          <a:xfrm xmlns:a="http://schemas.openxmlformats.org/drawingml/2006/main">
            <a:off x="552450" y="4953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1" i="0">
                <a:solidFill>
                  <a:srgbClr val="6DCBF4"/>
                </a:solidFill>
                <a:latin typeface="Noto Sans CJK TC"/>
                <a:ea typeface="Noto Sans CJK TC"/>
                <a:cs typeface="Noto Sans CJK TC"/>
              </a:defRPr>
            </a:pPr>
            <a:r>
              <a:rPr sz="1125" b="1" i="0">
                <a:solidFill>
                  <a:srgbClr val="6DCBF4"/>
                </a:solidFill>
                <a:latin typeface="Noto Sans CJK TC"/>
                <a:ea typeface="Noto Sans CJK TC"/>
                <a:cs typeface="Noto Sans CJK TC"/>
              </a:rPr>
              <a:t>1年間の研究総括・2025–2026</a:t>
            </a:r>
          </a:p>
        </p:txBody>
      </p:sp>
      <p:sp>
        <p:nvSpPr>
          <p:cNvPr id="2" name="">
            <a:extLst xmlns:a="http://schemas.openxmlformats.org/drawingml/2006/main">
              <a:ext uri="{FF2B5EF4-FFF2-40B4-BE49-F238E27FC236}">
                <a16:creationId xmlns:a16="http://schemas.microsoft.com/office/drawing/2014/main" id="{AED1B25C-956A-4C44-8B71-21FE13A3A589}"/>
              </a:ext>
            </a:extLst>
          </p:cNvPr>
          <p:cNvSpPr>
            <a:spLocks xmlns:a="http://schemas.openxmlformats.org/drawingml/2006/main" noGrp="1"/>
          </p:cNvSpPr>
          <p:nvPr/>
        </p:nvSpPr>
        <p:spPr>
          <a:xfrm xmlns:a="http://schemas.openxmlformats.org/drawingml/2006/main">
            <a:off x="552450" y="1447800"/>
            <a:ext cx="8572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200" b="1" i="0">
                <a:solidFill>
                  <a:srgbClr val="FFFFFF"/>
                </a:solidFill>
                <a:latin typeface="Noto Sans CJK TC"/>
                <a:ea typeface="Noto Sans CJK TC"/>
                <a:cs typeface="Noto Sans CJK TC"/>
              </a:defRPr>
            </a:pPr>
            <a:r>
              <a:rPr sz="4200" b="1" i="0">
                <a:solidFill>
                  <a:srgbClr val="FFFFFF"/>
                </a:solidFill>
                <a:latin typeface="Noto Sans CJK TC"/>
                <a:ea typeface="Noto Sans CJK TC"/>
                <a:cs typeface="Noto Sans CJK TC"/>
              </a:rPr>
              <a:t>「人らしく作る」から</a:t>
            </a:r>
          </a:p>
          <a:p xmlns:a="http://schemas.openxmlformats.org/drawingml/2006/main">
            <a:pPr algn="l">
              <a:lnSpc>
                <a:spcPct val="104000"/>
              </a:lnSpc>
              <a:buNone/>
              <a:defRPr sz="4200" b="1" i="0">
                <a:solidFill>
                  <a:srgbClr val="FFFFFF"/>
                </a:solidFill>
                <a:latin typeface="Noto Sans CJK TC"/>
                <a:ea typeface="Noto Sans CJK TC"/>
                <a:cs typeface="Noto Sans CJK TC"/>
              </a:defRPr>
            </a:pPr>
            <a:r>
              <a:rPr sz="4200" b="1" i="0">
                <a:solidFill>
                  <a:srgbClr val="FFFFFF"/>
                </a:solidFill>
                <a:latin typeface="Noto Sans CJK TC"/>
                <a:ea typeface="Noto Sans CJK TC"/>
                <a:cs typeface="Noto Sans CJK TC"/>
              </a:rPr>
              <a:t>「検証できる」へ</a:t>
            </a:r>
          </a:p>
        </p:txBody>
      </p:sp>
      <p:sp>
        <p:nvSpPr>
          <p:cNvPr id="3" name="">
            <a:extLst xmlns:a="http://schemas.openxmlformats.org/drawingml/2006/main">
              <a:ext uri="{FF2B5EF4-FFF2-40B4-BE49-F238E27FC236}">
                <a16:creationId xmlns:a16="http://schemas.microsoft.com/office/drawing/2014/main" id="{18E2D519-8521-47BC-A917-2558042CA58F}"/>
              </a:ext>
            </a:extLst>
          </p:cNvPr>
          <p:cNvSpPr>
            <a:spLocks xmlns:a="http://schemas.openxmlformats.org/drawingml/2006/main" noGrp="1"/>
          </p:cNvSpPr>
          <p:nvPr/>
        </p:nvSpPr>
        <p:spPr>
          <a:xfrm xmlns:a="http://schemas.openxmlformats.org/drawingml/2006/main">
            <a:off x="571500" y="3352800"/>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00" b="0" i="0">
                <a:solidFill>
                  <a:srgbClr val="C8D9EC"/>
                </a:solidFill>
                <a:latin typeface="Noto Sans CJK TC"/>
                <a:ea typeface="Noto Sans CJK TC"/>
                <a:cs typeface="Noto Sans CJK TC"/>
              </a:defRPr>
            </a:pPr>
            <a:r>
              <a:rPr sz="2100" b="0" i="0">
                <a:solidFill>
                  <a:srgbClr val="C8D9EC"/>
                </a:solidFill>
                <a:latin typeface="Noto Sans CJK TC"/>
                <a:ea typeface="Noto Sans CJK TC"/>
                <a:cs typeface="Noto Sans CJK TC"/>
              </a:rPr>
              <a:t>UruhaBrain 1年間研究総報告</a:t>
            </a:r>
          </a:p>
        </p:txBody>
      </p:sp>
      <p:sp>
        <p:nvSpPr>
          <p:cNvPr id="4" name="">
            <a:extLst xmlns:a="http://schemas.openxmlformats.org/drawingml/2006/main">
              <a:ext uri="{FF2B5EF4-FFF2-40B4-BE49-F238E27FC236}">
                <a16:creationId xmlns:a16="http://schemas.microsoft.com/office/drawing/2014/main" id="{29D60E34-C669-47F4-BE0E-F1D98F9A9FAD}"/>
              </a:ext>
            </a:extLst>
          </p:cNvPr>
          <p:cNvSpPr>
            <a:spLocks xmlns:a="http://schemas.openxmlformats.org/drawingml/2006/main" noGrp="1"/>
          </p:cNvSpPr>
          <p:nvPr/>
        </p:nvSpPr>
        <p:spPr>
          <a:xfrm xmlns:a="http://schemas.openxmlformats.org/drawingml/2006/main">
            <a:off x="571500" y="4438650"/>
            <a:ext cx="6762750" cy="19050"/>
          </a:xfrm>
          <a:prstGeom xmlns:a="http://schemas.openxmlformats.org/drawingml/2006/main" prst="rect">
            <a:avLst/>
          </a:prstGeom>
          <a:solidFill xmlns:a="http://schemas.openxmlformats.org/drawingml/2006/main">
            <a:srgbClr val="6DCBF4"/>
          </a:solidFill>
          <a:ln xmlns:a="http://schemas.openxmlformats.org/drawingml/2006/main" w="9525">
            <a:solidFill>
              <a:srgbClr val="6DCBF4"/>
            </a:solidFill>
            <a:prstDash val="solid"/>
          </a:ln>
        </p:spPr>
      </p:sp>
      <p:sp>
        <p:nvSpPr>
          <p:cNvPr id="5" name="">
            <a:extLst xmlns:a="http://schemas.openxmlformats.org/drawingml/2006/main">
              <a:ext uri="{FF2B5EF4-FFF2-40B4-BE49-F238E27FC236}">
                <a16:creationId xmlns:a16="http://schemas.microsoft.com/office/drawing/2014/main" id="{21144BB2-1542-4E58-A6AB-28B9480221E5}"/>
              </a:ext>
            </a:extLst>
          </p:cNvPr>
          <p:cNvSpPr>
            <a:spLocks xmlns:a="http://schemas.openxmlformats.org/drawingml/2006/main" noGrp="1"/>
          </p:cNvSpPr>
          <p:nvPr/>
        </p:nvSpPr>
        <p:spPr>
          <a:xfrm xmlns:a="http://schemas.openxmlformats.org/drawingml/2006/main">
            <a:off x="571500" y="46958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425" b="1" i="0">
                <a:solidFill>
                  <a:srgbClr val="6DCBF4"/>
                </a:solidFill>
                <a:latin typeface="Noto Sans CJK TC"/>
                <a:ea typeface="Noto Sans CJK TC"/>
                <a:cs typeface="Noto Sans CJK TC"/>
              </a:defRPr>
            </a:pPr>
            <a:r>
              <a:rPr sz="1425" b="1" i="0">
                <a:solidFill>
                  <a:srgbClr val="6DCBF4"/>
                </a:solidFill>
                <a:latin typeface="Noto Sans CJK TC"/>
                <a:ea typeface="Noto Sans CJK TC"/>
                <a:cs typeface="Noto Sans CJK TC"/>
              </a:rPr>
              <a:t>対話・記憶・人格仮説 → 実験設計 → M15正式結果</a:t>
            </a:r>
          </a:p>
        </p:txBody>
      </p:sp>
      <p:sp>
        <p:nvSpPr>
          <p:cNvPr id="6" name="">
            <a:extLst xmlns:a="http://schemas.openxmlformats.org/drawingml/2006/main">
              <a:ext uri="{FF2B5EF4-FFF2-40B4-BE49-F238E27FC236}">
                <a16:creationId xmlns:a16="http://schemas.microsoft.com/office/drawing/2014/main" id="{7C72C34D-2FBA-4BD4-B074-E0C47D0CA930}"/>
              </a:ext>
            </a:extLst>
          </p:cNvPr>
          <p:cNvSpPr>
            <a:spLocks xmlns:a="http://schemas.openxmlformats.org/drawingml/2006/main" noGrp="1"/>
          </p:cNvSpPr>
          <p:nvPr/>
        </p:nvSpPr>
        <p:spPr>
          <a:xfrm xmlns:a="http://schemas.openxmlformats.org/drawingml/2006/main">
            <a:off x="571500" y="54483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AFC5DE"/>
                </a:solidFill>
                <a:latin typeface="Noto Sans CJK TC"/>
                <a:ea typeface="Noto Sans CJK TC"/>
                <a:cs typeface="Noto Sans CJK TC"/>
              </a:defRPr>
            </a:pPr>
            <a:r>
              <a:rPr sz="1275" b="0" i="0">
                <a:solidFill>
                  <a:srgbClr val="AFC5DE"/>
                </a:solidFill>
                <a:latin typeface="Noto Sans CJK TC"/>
                <a:ea typeface="Noto Sans CJK TC"/>
                <a:cs typeface="Noto Sans CJK TC"/>
              </a:rPr>
              <a:t>Jerry Chang · 2026.08.19</a:t>
            </a:r>
          </a:p>
        </p:txBody>
      </p:sp>
      <p:sp>
        <p:nvSpPr>
          <p:cNvPr id="7" name="">
            <a:extLst xmlns:a="http://schemas.openxmlformats.org/drawingml/2006/main">
              <a:ext uri="{FF2B5EF4-FFF2-40B4-BE49-F238E27FC236}">
                <a16:creationId xmlns:a16="http://schemas.microsoft.com/office/drawing/2014/main" id="{E5F95BE7-0338-4CB3-90FB-9CB16427B418}"/>
              </a:ext>
            </a:extLst>
          </p:cNvPr>
          <p:cNvSpPr>
            <a:spLocks xmlns:a="http://schemas.openxmlformats.org/drawingml/2006/main" noGrp="1"/>
          </p:cNvSpPr>
          <p:nvPr/>
        </p:nvSpPr>
        <p:spPr>
          <a:xfrm xmlns:a="http://schemas.openxmlformats.org/drawingml/2006/main">
            <a:off x="9953625" y="55721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875" b="1" i="0">
                <a:solidFill>
                  <a:srgbClr val="FFFFFF"/>
                </a:solidFill>
                <a:latin typeface="Noto Sans CJK TC"/>
                <a:ea typeface="Noto Sans CJK TC"/>
                <a:cs typeface="Noto Sans CJK TC"/>
              </a:defRPr>
            </a:pPr>
            <a:r>
              <a:rPr sz="1875" b="1" i="0">
                <a:solidFill>
                  <a:srgbClr val="FFFFFF"/>
                </a:solidFill>
                <a:latin typeface="Noto Sans CJK TC"/>
                <a:ea typeface="Noto Sans CJK TC"/>
                <a:cs typeface="Noto Sans CJK TC"/>
              </a:rPr>
              <a:t>20分</a:t>
            </a:r>
          </a:p>
        </p:txBody>
      </p:sp>
    </p:spTree>
    <p:extLst>
      <p:ext uri="{BB962C8B-B14F-4D97-AF65-F5344CB8AC3E}">
        <p14:creationId xmlns:p14="http://schemas.microsoft.com/office/powerpoint/2010/main" val="41875582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7517AA0-7B77-4EFD-AF1C-1C1FACE6B8DE}"/>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当初の研究課題</a:t>
            </a:r>
          </a:p>
        </p:txBody>
      </p:sp>
      <p:sp>
        <p:nvSpPr>
          <p:cNvPr id="2" name="">
            <a:extLst xmlns:a="http://schemas.openxmlformats.org/drawingml/2006/main">
              <a:ext uri="{FF2B5EF4-FFF2-40B4-BE49-F238E27FC236}">
                <a16:creationId xmlns:a16="http://schemas.microsoft.com/office/drawing/2014/main" id="{8DEF5512-EEF5-41BC-B622-E3DDC18FE79D}"/>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人が「聞く」から「話す」までを再現したかった</a:t>
            </a:r>
          </a:p>
        </p:txBody>
      </p:sp>
      <p:sp>
        <p:nvSpPr>
          <p:cNvPr id="3" name="">
            <a:extLst xmlns:a="http://schemas.openxmlformats.org/drawingml/2006/main">
              <a:ext uri="{FF2B5EF4-FFF2-40B4-BE49-F238E27FC236}">
                <a16:creationId xmlns:a16="http://schemas.microsoft.com/office/drawing/2014/main" id="{C0A721CE-DB11-4172-9161-F1B9AC5078C8}"/>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C31D5164-93DB-4BDB-9748-23CA871DE2C7}"/>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02</a:t>
            </a:r>
          </a:p>
        </p:txBody>
      </p:sp>
      <p:sp>
        <p:nvSpPr>
          <p:cNvPr id="5" name="">
            <a:extLst xmlns:a="http://schemas.openxmlformats.org/drawingml/2006/main">
              <a:ext uri="{FF2B5EF4-FFF2-40B4-BE49-F238E27FC236}">
                <a16:creationId xmlns:a16="http://schemas.microsoft.com/office/drawing/2014/main" id="{2143EE78-18E7-4D84-8C35-2A9DE3EC70D4}"/>
              </a:ext>
            </a:extLst>
          </p:cNvPr>
          <p:cNvSpPr>
            <a:spLocks xmlns:a="http://schemas.openxmlformats.org/drawingml/2006/main" noGrp="1"/>
          </p:cNvSpPr>
          <p:nvPr/>
        </p:nvSpPr>
        <p:spPr>
          <a:xfrm xmlns:a="http://schemas.openxmlformats.org/drawingml/2006/main">
            <a:off x="1790700" y="2695575"/>
            <a:ext cx="3810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2238AA54-70BE-434D-957C-F16267BAF2AD}"/>
              </a:ext>
            </a:extLst>
          </p:cNvPr>
          <p:cNvSpPr>
            <a:spLocks xmlns:a="http://schemas.openxmlformats.org/drawingml/2006/main" noGrp="1"/>
          </p:cNvSpPr>
          <p:nvPr/>
        </p:nvSpPr>
        <p:spPr>
          <a:xfrm xmlns:a="http://schemas.openxmlformats.org/drawingml/2006/main">
            <a:off x="2076450" y="25431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7" name="">
            <a:extLst xmlns:a="http://schemas.openxmlformats.org/drawingml/2006/main">
              <a:ext uri="{FF2B5EF4-FFF2-40B4-BE49-F238E27FC236}">
                <a16:creationId xmlns:a16="http://schemas.microsoft.com/office/drawing/2014/main" id="{2E8F17B9-BF54-47FF-9C49-74F89ABE3F45}"/>
              </a:ext>
            </a:extLst>
          </p:cNvPr>
          <p:cNvSpPr>
            <a:spLocks xmlns:a="http://schemas.openxmlformats.org/drawingml/2006/main" noGrp="1"/>
          </p:cNvSpPr>
          <p:nvPr/>
        </p:nvSpPr>
        <p:spPr>
          <a:xfrm xmlns:a="http://schemas.openxmlformats.org/drawingml/2006/main">
            <a:off x="3657600" y="2695575"/>
            <a:ext cx="3810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5EB8B23D-A051-458A-B0F6-AD96AFFF9E3A}"/>
              </a:ext>
            </a:extLst>
          </p:cNvPr>
          <p:cNvSpPr>
            <a:spLocks xmlns:a="http://schemas.openxmlformats.org/drawingml/2006/main" noGrp="1"/>
          </p:cNvSpPr>
          <p:nvPr/>
        </p:nvSpPr>
        <p:spPr>
          <a:xfrm xmlns:a="http://schemas.openxmlformats.org/drawingml/2006/main">
            <a:off x="3943350" y="25431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9" name="">
            <a:extLst xmlns:a="http://schemas.openxmlformats.org/drawingml/2006/main">
              <a:ext uri="{FF2B5EF4-FFF2-40B4-BE49-F238E27FC236}">
                <a16:creationId xmlns:a16="http://schemas.microsoft.com/office/drawing/2014/main" id="{BF4A1415-06A9-4360-AB0E-8244AF5AD767}"/>
              </a:ext>
            </a:extLst>
          </p:cNvPr>
          <p:cNvSpPr>
            <a:spLocks xmlns:a="http://schemas.openxmlformats.org/drawingml/2006/main" noGrp="1"/>
          </p:cNvSpPr>
          <p:nvPr/>
        </p:nvSpPr>
        <p:spPr>
          <a:xfrm xmlns:a="http://schemas.openxmlformats.org/drawingml/2006/main">
            <a:off x="5524500" y="2695575"/>
            <a:ext cx="381000" cy="19050"/>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10" name="">
            <a:extLst xmlns:a="http://schemas.openxmlformats.org/drawingml/2006/main">
              <a:ext uri="{FF2B5EF4-FFF2-40B4-BE49-F238E27FC236}">
                <a16:creationId xmlns:a16="http://schemas.microsoft.com/office/drawing/2014/main" id="{79FFBA9A-AA23-477C-8ED7-82A4DFC34965}"/>
              </a:ext>
            </a:extLst>
          </p:cNvPr>
          <p:cNvSpPr>
            <a:spLocks xmlns:a="http://schemas.openxmlformats.org/drawingml/2006/main" noGrp="1"/>
          </p:cNvSpPr>
          <p:nvPr/>
        </p:nvSpPr>
        <p:spPr>
          <a:xfrm xmlns:a="http://schemas.openxmlformats.org/drawingml/2006/main">
            <a:off x="5810250" y="25431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a:t>
            </a:r>
          </a:p>
        </p:txBody>
      </p:sp>
      <p:sp>
        <p:nvSpPr>
          <p:cNvPr id="11" name="">
            <a:extLst xmlns:a="http://schemas.openxmlformats.org/drawingml/2006/main">
              <a:ext uri="{FF2B5EF4-FFF2-40B4-BE49-F238E27FC236}">
                <a16:creationId xmlns:a16="http://schemas.microsoft.com/office/drawing/2014/main" id="{992639E9-95CB-47AD-AB03-0D962227AD25}"/>
              </a:ext>
            </a:extLst>
          </p:cNvPr>
          <p:cNvSpPr>
            <a:spLocks xmlns:a="http://schemas.openxmlformats.org/drawingml/2006/main" noGrp="1"/>
          </p:cNvSpPr>
          <p:nvPr/>
        </p:nvSpPr>
        <p:spPr>
          <a:xfrm xmlns:a="http://schemas.openxmlformats.org/drawingml/2006/main">
            <a:off x="7391400" y="2695575"/>
            <a:ext cx="381000" cy="19050"/>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12" name="">
            <a:extLst xmlns:a="http://schemas.openxmlformats.org/drawingml/2006/main">
              <a:ext uri="{FF2B5EF4-FFF2-40B4-BE49-F238E27FC236}">
                <a16:creationId xmlns:a16="http://schemas.microsoft.com/office/drawing/2014/main" id="{4D8AA7EF-77F0-468D-83FE-DB2B059CF636}"/>
              </a:ext>
            </a:extLst>
          </p:cNvPr>
          <p:cNvSpPr>
            <a:spLocks xmlns:a="http://schemas.openxmlformats.org/drawingml/2006/main" noGrp="1"/>
          </p:cNvSpPr>
          <p:nvPr/>
        </p:nvSpPr>
        <p:spPr>
          <a:xfrm xmlns:a="http://schemas.openxmlformats.org/drawingml/2006/main">
            <a:off x="7677150" y="25431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a:t>
            </a:r>
          </a:p>
        </p:txBody>
      </p:sp>
      <p:sp>
        <p:nvSpPr>
          <p:cNvPr id="13" name="">
            <a:extLst xmlns:a="http://schemas.openxmlformats.org/drawingml/2006/main">
              <a:ext uri="{FF2B5EF4-FFF2-40B4-BE49-F238E27FC236}">
                <a16:creationId xmlns:a16="http://schemas.microsoft.com/office/drawing/2014/main" id="{B874A79A-72CD-439D-8013-85E8BE28F4DE}"/>
              </a:ext>
            </a:extLst>
          </p:cNvPr>
          <p:cNvSpPr>
            <a:spLocks xmlns:a="http://schemas.openxmlformats.org/drawingml/2006/main" noGrp="1"/>
          </p:cNvSpPr>
          <p:nvPr/>
        </p:nvSpPr>
        <p:spPr>
          <a:xfrm xmlns:a="http://schemas.openxmlformats.org/drawingml/2006/main">
            <a:off x="9258300" y="2695575"/>
            <a:ext cx="381000" cy="19050"/>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14" name="">
            <a:extLst xmlns:a="http://schemas.openxmlformats.org/drawingml/2006/main">
              <a:ext uri="{FF2B5EF4-FFF2-40B4-BE49-F238E27FC236}">
                <a16:creationId xmlns:a16="http://schemas.microsoft.com/office/drawing/2014/main" id="{BCA7660D-C728-42E9-8E9B-9306CBB444E4}"/>
              </a:ext>
            </a:extLst>
          </p:cNvPr>
          <p:cNvSpPr>
            <a:spLocks xmlns:a="http://schemas.openxmlformats.org/drawingml/2006/main" noGrp="1"/>
          </p:cNvSpPr>
          <p:nvPr/>
        </p:nvSpPr>
        <p:spPr>
          <a:xfrm xmlns:a="http://schemas.openxmlformats.org/drawingml/2006/main">
            <a:off x="9544050" y="25431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a:t>
            </a:r>
          </a:p>
        </p:txBody>
      </p:sp>
      <p:sp>
        <p:nvSpPr>
          <p:cNvPr id="15" name="">
            <a:extLst xmlns:a="http://schemas.openxmlformats.org/drawingml/2006/main">
              <a:ext uri="{FF2B5EF4-FFF2-40B4-BE49-F238E27FC236}">
                <a16:creationId xmlns:a16="http://schemas.microsoft.com/office/drawing/2014/main" id="{CB5F6D6F-0C4F-4F4E-A031-33589190F338}"/>
              </a:ext>
            </a:extLst>
          </p:cNvPr>
          <p:cNvSpPr>
            <a:spLocks xmlns:a="http://schemas.openxmlformats.org/drawingml/2006/main" noGrp="1"/>
          </p:cNvSpPr>
          <p:nvPr/>
        </p:nvSpPr>
        <p:spPr>
          <a:xfrm xmlns:a="http://schemas.openxmlformats.org/drawingml/2006/main">
            <a:off x="514350" y="1866900"/>
            <a:ext cx="1600200" cy="1543050"/>
          </a:xfrm>
          <a:prstGeom xmlns:a="http://schemas.openxmlformats.org/drawingml/2006/main" prst="roundRect">
            <a:avLst>
              <a:gd name="adj" fmla="val 7407"/>
            </a:avLst>
          </a:prstGeom>
          <a:solidFill xmlns:a="http://schemas.openxmlformats.org/drawingml/2006/main">
            <a:srgbClr val="EAF5FB"/>
          </a:solidFill>
          <a:ln xmlns:a="http://schemas.openxmlformats.org/drawingml/2006/main" w="9525">
            <a:solidFill>
              <a:srgbClr val="DCE2EA"/>
            </a:solidFill>
            <a:prstDash val="solid"/>
          </a:ln>
        </p:spPr>
      </p:sp>
      <p:sp>
        <p:nvSpPr>
          <p:cNvPr id="16" name="">
            <a:extLst xmlns:a="http://schemas.openxmlformats.org/drawingml/2006/main">
              <a:ext uri="{FF2B5EF4-FFF2-40B4-BE49-F238E27FC236}">
                <a16:creationId xmlns:a16="http://schemas.microsoft.com/office/drawing/2014/main" id="{384552E1-102B-41AC-8BBE-D46C4FB5402B}"/>
              </a:ext>
            </a:extLst>
          </p:cNvPr>
          <p:cNvSpPr>
            <a:spLocks xmlns:a="http://schemas.openxmlformats.org/drawingml/2006/main" noGrp="1"/>
          </p:cNvSpPr>
          <p:nvPr/>
        </p:nvSpPr>
        <p:spPr>
          <a:xfrm xmlns:a="http://schemas.openxmlformats.org/drawingml/2006/main">
            <a:off x="647700" y="20002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9E1D24F-4A5A-4FAE-BA40-EAEEA0793AD4}"/>
              </a:ext>
            </a:extLst>
          </p:cNvPr>
          <p:cNvSpPr>
            <a:spLocks xmlns:a="http://schemas.openxmlformats.org/drawingml/2006/main" noGrp="1"/>
          </p:cNvSpPr>
          <p:nvPr/>
        </p:nvSpPr>
        <p:spPr>
          <a:xfrm xmlns:a="http://schemas.openxmlformats.org/drawingml/2006/main">
            <a:off x="6477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1</a:t>
            </a:r>
          </a:p>
        </p:txBody>
      </p:sp>
      <p:sp>
        <p:nvSpPr>
          <p:cNvPr id="18" name="">
            <a:extLst xmlns:a="http://schemas.openxmlformats.org/drawingml/2006/main">
              <a:ext uri="{FF2B5EF4-FFF2-40B4-BE49-F238E27FC236}">
                <a16:creationId xmlns:a16="http://schemas.microsoft.com/office/drawing/2014/main" id="{8704F79C-65DD-4D41-A571-B575B17C9C4E}"/>
              </a:ext>
            </a:extLst>
          </p:cNvPr>
          <p:cNvSpPr>
            <a:spLocks xmlns:a="http://schemas.openxmlformats.org/drawingml/2006/main" noGrp="1"/>
          </p:cNvSpPr>
          <p:nvPr/>
        </p:nvSpPr>
        <p:spPr>
          <a:xfrm xmlns:a="http://schemas.openxmlformats.org/drawingml/2006/main">
            <a:off x="6667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2"/>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信号を受け取る</a:t>
            </a:r>
          </a:p>
        </p:txBody>
      </p:sp>
      <p:sp>
        <p:nvSpPr>
          <p:cNvPr id="19" name="">
            <a:extLst xmlns:a="http://schemas.openxmlformats.org/drawingml/2006/main">
              <a:ext uri="{FF2B5EF4-FFF2-40B4-BE49-F238E27FC236}">
                <a16:creationId xmlns:a16="http://schemas.microsoft.com/office/drawing/2014/main" id="{A28A29B1-199C-4506-A26D-7A6502FFC643}"/>
              </a:ext>
            </a:extLst>
          </p:cNvPr>
          <p:cNvSpPr>
            <a:spLocks xmlns:a="http://schemas.openxmlformats.org/drawingml/2006/main" noGrp="1"/>
          </p:cNvSpPr>
          <p:nvPr/>
        </p:nvSpPr>
        <p:spPr>
          <a:xfrm xmlns:a="http://schemas.openxmlformats.org/drawingml/2006/main">
            <a:off x="6477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83"/>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文字を見る／声を聞く</a:t>
            </a:r>
          </a:p>
        </p:txBody>
      </p:sp>
      <p:sp>
        <p:nvSpPr>
          <p:cNvPr id="20" name="">
            <a:extLst xmlns:a="http://schemas.openxmlformats.org/drawingml/2006/main">
              <a:ext uri="{FF2B5EF4-FFF2-40B4-BE49-F238E27FC236}">
                <a16:creationId xmlns:a16="http://schemas.microsoft.com/office/drawing/2014/main" id="{5FDA2B0B-5B0D-4E9D-9A22-A2C182B7B43F}"/>
              </a:ext>
            </a:extLst>
          </p:cNvPr>
          <p:cNvSpPr>
            <a:spLocks xmlns:a="http://schemas.openxmlformats.org/drawingml/2006/main" noGrp="1"/>
          </p:cNvSpPr>
          <p:nvPr/>
        </p:nvSpPr>
        <p:spPr>
          <a:xfrm xmlns:a="http://schemas.openxmlformats.org/drawingml/2006/main">
            <a:off x="2381250" y="1866900"/>
            <a:ext cx="1600200" cy="1543050"/>
          </a:xfrm>
          <a:prstGeom xmlns:a="http://schemas.openxmlformats.org/drawingml/2006/main" prst="roundRect">
            <a:avLst>
              <a:gd name="adj" fmla="val 7407"/>
            </a:avLst>
          </a:prstGeom>
          <a:solidFill xmlns:a="http://schemas.openxmlformats.org/drawingml/2006/main">
            <a:srgbClr val="EAF5FB"/>
          </a:solidFill>
          <a:ln xmlns:a="http://schemas.openxmlformats.org/drawingml/2006/main" w="9525">
            <a:solidFill>
              <a:srgbClr val="DCE2EA"/>
            </a:solidFill>
            <a:prstDash val="solid"/>
          </a:ln>
        </p:spPr>
      </p:sp>
      <p:sp>
        <p:nvSpPr>
          <p:cNvPr id="21" name="">
            <a:extLst xmlns:a="http://schemas.openxmlformats.org/drawingml/2006/main">
              <a:ext uri="{FF2B5EF4-FFF2-40B4-BE49-F238E27FC236}">
                <a16:creationId xmlns:a16="http://schemas.microsoft.com/office/drawing/2014/main" id="{05723AB2-7FEE-4361-9847-E3E1D4D8B43D}"/>
              </a:ext>
            </a:extLst>
          </p:cNvPr>
          <p:cNvSpPr>
            <a:spLocks xmlns:a="http://schemas.openxmlformats.org/drawingml/2006/main" noGrp="1"/>
          </p:cNvSpPr>
          <p:nvPr/>
        </p:nvSpPr>
        <p:spPr>
          <a:xfrm xmlns:a="http://schemas.openxmlformats.org/drawingml/2006/main">
            <a:off x="2514600" y="20002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2" name="">
            <a:extLst xmlns:a="http://schemas.openxmlformats.org/drawingml/2006/main">
              <a:ext uri="{FF2B5EF4-FFF2-40B4-BE49-F238E27FC236}">
                <a16:creationId xmlns:a16="http://schemas.microsoft.com/office/drawing/2014/main" id="{769CA8DA-26C4-4DF5-B1BA-985DD0059A42}"/>
              </a:ext>
            </a:extLst>
          </p:cNvPr>
          <p:cNvSpPr>
            <a:spLocks xmlns:a="http://schemas.openxmlformats.org/drawingml/2006/main" noGrp="1"/>
          </p:cNvSpPr>
          <p:nvPr/>
        </p:nvSpPr>
        <p:spPr>
          <a:xfrm xmlns:a="http://schemas.openxmlformats.org/drawingml/2006/main">
            <a:off x="25146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2</a:t>
            </a:r>
          </a:p>
        </p:txBody>
      </p:sp>
      <p:sp>
        <p:nvSpPr>
          <p:cNvPr id="23" name="">
            <a:extLst xmlns:a="http://schemas.openxmlformats.org/drawingml/2006/main">
              <a:ext uri="{FF2B5EF4-FFF2-40B4-BE49-F238E27FC236}">
                <a16:creationId xmlns:a16="http://schemas.microsoft.com/office/drawing/2014/main" id="{F82E1BEE-6A69-4D6F-8D0D-AB2D94AC5D01}"/>
              </a:ext>
            </a:extLst>
          </p:cNvPr>
          <p:cNvSpPr>
            <a:spLocks xmlns:a="http://schemas.openxmlformats.org/drawingml/2006/main" noGrp="1"/>
          </p:cNvSpPr>
          <p:nvPr/>
        </p:nvSpPr>
        <p:spPr>
          <a:xfrm xmlns:a="http://schemas.openxmlformats.org/drawingml/2006/main">
            <a:off x="25336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2"/>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意味を理解する</a:t>
            </a:r>
          </a:p>
        </p:txBody>
      </p:sp>
      <p:sp>
        <p:nvSpPr>
          <p:cNvPr id="24" name="">
            <a:extLst xmlns:a="http://schemas.openxmlformats.org/drawingml/2006/main">
              <a:ext uri="{FF2B5EF4-FFF2-40B4-BE49-F238E27FC236}">
                <a16:creationId xmlns:a16="http://schemas.microsoft.com/office/drawing/2014/main" id="{19784459-9900-4672-AB71-5BE693D95446}"/>
              </a:ext>
            </a:extLst>
          </p:cNvPr>
          <p:cNvSpPr>
            <a:spLocks xmlns:a="http://schemas.openxmlformats.org/drawingml/2006/main" noGrp="1"/>
          </p:cNvSpPr>
          <p:nvPr/>
        </p:nvSpPr>
        <p:spPr>
          <a:xfrm xmlns:a="http://schemas.openxmlformats.org/drawingml/2006/main">
            <a:off x="25146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83"/>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字面・口調・指示対象</a:t>
            </a:r>
          </a:p>
        </p:txBody>
      </p:sp>
      <p:sp>
        <p:nvSpPr>
          <p:cNvPr id="25" name="">
            <a:extLst xmlns:a="http://schemas.openxmlformats.org/drawingml/2006/main">
              <a:ext uri="{FF2B5EF4-FFF2-40B4-BE49-F238E27FC236}">
                <a16:creationId xmlns:a16="http://schemas.microsoft.com/office/drawing/2014/main" id="{AFD2C9E5-5B4B-495A-8973-6FFE8FFAB0C7}"/>
              </a:ext>
            </a:extLst>
          </p:cNvPr>
          <p:cNvSpPr>
            <a:spLocks xmlns:a="http://schemas.openxmlformats.org/drawingml/2006/main" noGrp="1"/>
          </p:cNvSpPr>
          <p:nvPr/>
        </p:nvSpPr>
        <p:spPr>
          <a:xfrm xmlns:a="http://schemas.openxmlformats.org/drawingml/2006/main">
            <a:off x="4248150" y="1866900"/>
            <a:ext cx="1600200" cy="1543050"/>
          </a:xfrm>
          <a:prstGeom xmlns:a="http://schemas.openxmlformats.org/drawingml/2006/main" prst="roundRect">
            <a:avLst>
              <a:gd name="adj" fmla="val 7407"/>
            </a:avLst>
          </a:prstGeom>
          <a:solidFill xmlns:a="http://schemas.openxmlformats.org/drawingml/2006/main">
            <a:srgbClr val="E8F7EF"/>
          </a:solidFill>
          <a:ln xmlns:a="http://schemas.openxmlformats.org/drawingml/2006/main" w="9525">
            <a:solidFill>
              <a:srgbClr val="DCE2EA"/>
            </a:solidFill>
            <a:prstDash val="solid"/>
          </a:ln>
        </p:spPr>
      </p:sp>
      <p:sp>
        <p:nvSpPr>
          <p:cNvPr id="26" name="">
            <a:extLst xmlns:a="http://schemas.openxmlformats.org/drawingml/2006/main">
              <a:ext uri="{FF2B5EF4-FFF2-40B4-BE49-F238E27FC236}">
                <a16:creationId xmlns:a16="http://schemas.microsoft.com/office/drawing/2014/main" id="{E8FA56F7-DADB-41F5-9D65-A9FFCE4DFE8C}"/>
              </a:ext>
            </a:extLst>
          </p:cNvPr>
          <p:cNvSpPr>
            <a:spLocks xmlns:a="http://schemas.openxmlformats.org/drawingml/2006/main" noGrp="1"/>
          </p:cNvSpPr>
          <p:nvPr/>
        </p:nvSpPr>
        <p:spPr>
          <a:xfrm xmlns:a="http://schemas.openxmlformats.org/drawingml/2006/main">
            <a:off x="4381500" y="2000250"/>
            <a:ext cx="323850" cy="323850"/>
          </a:xfrm>
          <a:prstGeom xmlns:a="http://schemas.openxmlformats.org/drawingml/2006/main" prst="ellipse">
            <a:avLst/>
          </a:prstGeom>
          <a:solidFill xmlns:a="http://schemas.openxmlformats.org/drawingml/2006/main">
            <a:srgbClr val="35A56F"/>
          </a:solidFill>
          <a:ln xmlns:a="http://schemas.openxmlformats.org/drawingml/2006/main" w="0">
            <a:solidFill>
              <a:srgbClr val="35A56F"/>
            </a:solidFill>
            <a:prstDash val="solid"/>
          </a:ln>
        </p:spPr>
      </p:sp>
      <p:sp>
        <p:nvSpPr>
          <p:cNvPr id="27" name="">
            <a:extLst xmlns:a="http://schemas.openxmlformats.org/drawingml/2006/main">
              <a:ext uri="{FF2B5EF4-FFF2-40B4-BE49-F238E27FC236}">
                <a16:creationId xmlns:a16="http://schemas.microsoft.com/office/drawing/2014/main" id="{660D1537-0B89-40EF-9F7A-C7D2EAD45E5A}"/>
              </a:ext>
            </a:extLst>
          </p:cNvPr>
          <p:cNvSpPr>
            <a:spLocks xmlns:a="http://schemas.openxmlformats.org/drawingml/2006/main" noGrp="1"/>
          </p:cNvSpPr>
          <p:nvPr/>
        </p:nvSpPr>
        <p:spPr>
          <a:xfrm xmlns:a="http://schemas.openxmlformats.org/drawingml/2006/main">
            <a:off x="43815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3</a:t>
            </a:r>
          </a:p>
        </p:txBody>
      </p:sp>
      <p:sp>
        <p:nvSpPr>
          <p:cNvPr id="28" name="">
            <a:extLst xmlns:a="http://schemas.openxmlformats.org/drawingml/2006/main">
              <a:ext uri="{FF2B5EF4-FFF2-40B4-BE49-F238E27FC236}">
                <a16:creationId xmlns:a16="http://schemas.microsoft.com/office/drawing/2014/main" id="{0E51C860-D087-4065-BDAB-2251CC7AA56C}"/>
              </a:ext>
            </a:extLst>
          </p:cNvPr>
          <p:cNvSpPr>
            <a:spLocks xmlns:a="http://schemas.openxmlformats.org/drawingml/2006/main" noGrp="1"/>
          </p:cNvSpPr>
          <p:nvPr/>
        </p:nvSpPr>
        <p:spPr>
          <a:xfrm xmlns:a="http://schemas.openxmlformats.org/drawingml/2006/main">
            <a:off x="44005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2"/>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記憶を呼び出す</a:t>
            </a:r>
          </a:p>
        </p:txBody>
      </p:sp>
      <p:sp>
        <p:nvSpPr>
          <p:cNvPr id="29" name="">
            <a:extLst xmlns:a="http://schemas.openxmlformats.org/drawingml/2006/main">
              <a:ext uri="{FF2B5EF4-FFF2-40B4-BE49-F238E27FC236}">
                <a16:creationId xmlns:a16="http://schemas.microsoft.com/office/drawing/2014/main" id="{9457AB03-486C-4065-B490-799AFDB2891D}"/>
              </a:ext>
            </a:extLst>
          </p:cNvPr>
          <p:cNvSpPr>
            <a:spLocks xmlns:a="http://schemas.openxmlformats.org/drawingml/2006/main" noGrp="1"/>
          </p:cNvSpPr>
          <p:nvPr/>
        </p:nvSpPr>
        <p:spPr>
          <a:xfrm xmlns:a="http://schemas.openxmlformats.org/drawingml/2006/main">
            <a:off x="43815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83"/>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過去の経験と人間関係</a:t>
            </a:r>
          </a:p>
        </p:txBody>
      </p:sp>
      <p:sp>
        <p:nvSpPr>
          <p:cNvPr id="30" name="">
            <a:extLst xmlns:a="http://schemas.openxmlformats.org/drawingml/2006/main">
              <a:ext uri="{FF2B5EF4-FFF2-40B4-BE49-F238E27FC236}">
                <a16:creationId xmlns:a16="http://schemas.microsoft.com/office/drawing/2014/main" id="{630A3477-525C-43F6-ADAA-A5D5D06A3C7D}"/>
              </a:ext>
            </a:extLst>
          </p:cNvPr>
          <p:cNvSpPr>
            <a:spLocks xmlns:a="http://schemas.openxmlformats.org/drawingml/2006/main" noGrp="1"/>
          </p:cNvSpPr>
          <p:nvPr/>
        </p:nvSpPr>
        <p:spPr>
          <a:xfrm xmlns:a="http://schemas.openxmlformats.org/drawingml/2006/main">
            <a:off x="6115050" y="1866900"/>
            <a:ext cx="1600200" cy="1543050"/>
          </a:xfrm>
          <a:prstGeom xmlns:a="http://schemas.openxmlformats.org/drawingml/2006/main" prst="roundRect">
            <a:avLst>
              <a:gd name="adj" fmla="val 7407"/>
            </a:avLst>
          </a:prstGeom>
          <a:solidFill xmlns:a="http://schemas.openxmlformats.org/drawingml/2006/main">
            <a:srgbClr val="E8F7EF"/>
          </a:solidFill>
          <a:ln xmlns:a="http://schemas.openxmlformats.org/drawingml/2006/main" w="9525">
            <a:solidFill>
              <a:srgbClr val="DCE2EA"/>
            </a:solidFill>
            <a:prstDash val="solid"/>
          </a:ln>
        </p:spPr>
      </p:sp>
      <p:sp>
        <p:nvSpPr>
          <p:cNvPr id="31" name="">
            <a:extLst xmlns:a="http://schemas.openxmlformats.org/drawingml/2006/main">
              <a:ext uri="{FF2B5EF4-FFF2-40B4-BE49-F238E27FC236}">
                <a16:creationId xmlns:a16="http://schemas.microsoft.com/office/drawing/2014/main" id="{368A3AF5-6102-4955-870E-18E80E2387D0}"/>
              </a:ext>
            </a:extLst>
          </p:cNvPr>
          <p:cNvSpPr>
            <a:spLocks xmlns:a="http://schemas.openxmlformats.org/drawingml/2006/main" noGrp="1"/>
          </p:cNvSpPr>
          <p:nvPr/>
        </p:nvSpPr>
        <p:spPr>
          <a:xfrm xmlns:a="http://schemas.openxmlformats.org/drawingml/2006/main">
            <a:off x="6248400" y="2000250"/>
            <a:ext cx="323850" cy="323850"/>
          </a:xfrm>
          <a:prstGeom xmlns:a="http://schemas.openxmlformats.org/drawingml/2006/main" prst="ellipse">
            <a:avLst/>
          </a:prstGeom>
          <a:solidFill xmlns:a="http://schemas.openxmlformats.org/drawingml/2006/main">
            <a:srgbClr val="35A56F"/>
          </a:solidFill>
          <a:ln xmlns:a="http://schemas.openxmlformats.org/drawingml/2006/main" w="0">
            <a:solidFill>
              <a:srgbClr val="35A56F"/>
            </a:solidFill>
            <a:prstDash val="solid"/>
          </a:ln>
        </p:spPr>
      </p:sp>
      <p:sp>
        <p:nvSpPr>
          <p:cNvPr id="32" name="">
            <a:extLst xmlns:a="http://schemas.openxmlformats.org/drawingml/2006/main">
              <a:ext uri="{FF2B5EF4-FFF2-40B4-BE49-F238E27FC236}">
                <a16:creationId xmlns:a16="http://schemas.microsoft.com/office/drawing/2014/main" id="{D8591457-04D7-4ACE-A8E8-F39E02B83A53}"/>
              </a:ext>
            </a:extLst>
          </p:cNvPr>
          <p:cNvSpPr>
            <a:spLocks xmlns:a="http://schemas.openxmlformats.org/drawingml/2006/main" noGrp="1"/>
          </p:cNvSpPr>
          <p:nvPr/>
        </p:nvSpPr>
        <p:spPr>
          <a:xfrm xmlns:a="http://schemas.openxmlformats.org/drawingml/2006/main">
            <a:off x="62484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4</a:t>
            </a:r>
          </a:p>
        </p:txBody>
      </p:sp>
      <p:sp>
        <p:nvSpPr>
          <p:cNvPr id="33" name="">
            <a:extLst xmlns:a="http://schemas.openxmlformats.org/drawingml/2006/main">
              <a:ext uri="{FF2B5EF4-FFF2-40B4-BE49-F238E27FC236}">
                <a16:creationId xmlns:a16="http://schemas.microsoft.com/office/drawing/2014/main" id="{C91D5A06-3175-40DB-A385-D7F271CCA5BB}"/>
              </a:ext>
            </a:extLst>
          </p:cNvPr>
          <p:cNvSpPr>
            <a:spLocks xmlns:a="http://schemas.openxmlformats.org/drawingml/2006/main" noGrp="1"/>
          </p:cNvSpPr>
          <p:nvPr/>
        </p:nvSpPr>
        <p:spPr>
          <a:xfrm xmlns:a="http://schemas.openxmlformats.org/drawingml/2006/main">
            <a:off x="62674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2"/>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状態を評価する</a:t>
            </a:r>
          </a:p>
        </p:txBody>
      </p:sp>
      <p:sp>
        <p:nvSpPr>
          <p:cNvPr id="34" name="">
            <a:extLst xmlns:a="http://schemas.openxmlformats.org/drawingml/2006/main">
              <a:ext uri="{FF2B5EF4-FFF2-40B4-BE49-F238E27FC236}">
                <a16:creationId xmlns:a16="http://schemas.microsoft.com/office/drawing/2014/main" id="{BECF6C53-FF43-42D7-8B89-D381AC4572D2}"/>
              </a:ext>
            </a:extLst>
          </p:cNvPr>
          <p:cNvSpPr>
            <a:spLocks xmlns:a="http://schemas.openxmlformats.org/drawingml/2006/main" noGrp="1"/>
          </p:cNvSpPr>
          <p:nvPr/>
        </p:nvSpPr>
        <p:spPr>
          <a:xfrm xmlns:a="http://schemas.openxmlformats.org/drawingml/2006/main">
            <a:off x="62484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96"/>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重要か？期待か脅威か？</a:t>
            </a:r>
          </a:p>
        </p:txBody>
      </p:sp>
      <p:sp>
        <p:nvSpPr>
          <p:cNvPr id="35" name="">
            <a:extLst xmlns:a="http://schemas.openxmlformats.org/drawingml/2006/main">
              <a:ext uri="{FF2B5EF4-FFF2-40B4-BE49-F238E27FC236}">
                <a16:creationId xmlns:a16="http://schemas.microsoft.com/office/drawing/2014/main" id="{937DD5BA-E9D0-4CB5-9C4B-7D7BD4EE6596}"/>
              </a:ext>
            </a:extLst>
          </p:cNvPr>
          <p:cNvSpPr>
            <a:spLocks xmlns:a="http://schemas.openxmlformats.org/drawingml/2006/main" noGrp="1"/>
          </p:cNvSpPr>
          <p:nvPr/>
        </p:nvSpPr>
        <p:spPr>
          <a:xfrm xmlns:a="http://schemas.openxmlformats.org/drawingml/2006/main">
            <a:off x="7981950" y="1866900"/>
            <a:ext cx="1600200" cy="1543050"/>
          </a:xfrm>
          <a:prstGeom xmlns:a="http://schemas.openxmlformats.org/drawingml/2006/main" prst="roundRect">
            <a:avLst>
              <a:gd name="adj" fmla="val 7407"/>
            </a:avLst>
          </a:prstGeom>
          <a:solidFill xmlns:a="http://schemas.openxmlformats.org/drawingml/2006/main">
            <a:srgbClr val="FFF5DD"/>
          </a:solidFill>
          <a:ln xmlns:a="http://schemas.openxmlformats.org/drawingml/2006/main" w="9525">
            <a:solidFill>
              <a:srgbClr val="DCE2EA"/>
            </a:solidFill>
            <a:prstDash val="solid"/>
          </a:ln>
        </p:spPr>
      </p:sp>
      <p:sp>
        <p:nvSpPr>
          <p:cNvPr id="36" name="">
            <a:extLst xmlns:a="http://schemas.openxmlformats.org/drawingml/2006/main">
              <a:ext uri="{FF2B5EF4-FFF2-40B4-BE49-F238E27FC236}">
                <a16:creationId xmlns:a16="http://schemas.microsoft.com/office/drawing/2014/main" id="{5E285AB6-CFC3-425F-9F2A-4A91507088B5}"/>
              </a:ext>
            </a:extLst>
          </p:cNvPr>
          <p:cNvSpPr>
            <a:spLocks xmlns:a="http://schemas.openxmlformats.org/drawingml/2006/main" noGrp="1"/>
          </p:cNvSpPr>
          <p:nvPr/>
        </p:nvSpPr>
        <p:spPr>
          <a:xfrm xmlns:a="http://schemas.openxmlformats.org/drawingml/2006/main">
            <a:off x="8115300" y="2000250"/>
            <a:ext cx="323850" cy="323850"/>
          </a:xfrm>
          <a:prstGeom xmlns:a="http://schemas.openxmlformats.org/drawingml/2006/main" prst="ellipse">
            <a:avLst/>
          </a:prstGeom>
          <a:solidFill xmlns:a="http://schemas.openxmlformats.org/drawingml/2006/main">
            <a:srgbClr val="E5A72D"/>
          </a:solidFill>
          <a:ln xmlns:a="http://schemas.openxmlformats.org/drawingml/2006/main" w="0">
            <a:solidFill>
              <a:srgbClr val="E5A72D"/>
            </a:solidFill>
            <a:prstDash val="solid"/>
          </a:ln>
        </p:spPr>
      </p:sp>
      <p:sp>
        <p:nvSpPr>
          <p:cNvPr id="37" name="">
            <a:extLst xmlns:a="http://schemas.openxmlformats.org/drawingml/2006/main">
              <a:ext uri="{FF2B5EF4-FFF2-40B4-BE49-F238E27FC236}">
                <a16:creationId xmlns:a16="http://schemas.microsoft.com/office/drawing/2014/main" id="{CD0CE942-36FA-4CD1-81E7-06823D1E6F49}"/>
              </a:ext>
            </a:extLst>
          </p:cNvPr>
          <p:cNvSpPr>
            <a:spLocks xmlns:a="http://schemas.openxmlformats.org/drawingml/2006/main" noGrp="1"/>
          </p:cNvSpPr>
          <p:nvPr/>
        </p:nvSpPr>
        <p:spPr>
          <a:xfrm xmlns:a="http://schemas.openxmlformats.org/drawingml/2006/main">
            <a:off x="81153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5</a:t>
            </a:r>
          </a:p>
        </p:txBody>
      </p:sp>
      <p:sp>
        <p:nvSpPr>
          <p:cNvPr id="38" name="">
            <a:extLst xmlns:a="http://schemas.openxmlformats.org/drawingml/2006/main">
              <a:ext uri="{FF2B5EF4-FFF2-40B4-BE49-F238E27FC236}">
                <a16:creationId xmlns:a16="http://schemas.microsoft.com/office/drawing/2014/main" id="{F253C722-0409-4D00-A933-9ECCCD97C7EC}"/>
              </a:ext>
            </a:extLst>
          </p:cNvPr>
          <p:cNvSpPr>
            <a:spLocks xmlns:a="http://schemas.openxmlformats.org/drawingml/2006/main" noGrp="1"/>
          </p:cNvSpPr>
          <p:nvPr/>
        </p:nvSpPr>
        <p:spPr>
          <a:xfrm xmlns:a="http://schemas.openxmlformats.org/drawingml/2006/main">
            <a:off x="81343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反応を選ぶ</a:t>
            </a:r>
          </a:p>
        </p:txBody>
      </p:sp>
      <p:sp>
        <p:nvSpPr>
          <p:cNvPr id="39" name="">
            <a:extLst xmlns:a="http://schemas.openxmlformats.org/drawingml/2006/main">
              <a:ext uri="{FF2B5EF4-FFF2-40B4-BE49-F238E27FC236}">
                <a16:creationId xmlns:a16="http://schemas.microsoft.com/office/drawing/2014/main" id="{2689C8F1-9D24-46B0-9135-0852C4DD0EBC}"/>
              </a:ext>
            </a:extLst>
          </p:cNvPr>
          <p:cNvSpPr>
            <a:spLocks xmlns:a="http://schemas.openxmlformats.org/drawingml/2006/main" noGrp="1"/>
          </p:cNvSpPr>
          <p:nvPr/>
        </p:nvSpPr>
        <p:spPr>
          <a:xfrm xmlns:a="http://schemas.openxmlformats.org/drawingml/2006/main">
            <a:off x="81153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96"/>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慰め・解決策・ツッコミ・聞き返し</a:t>
            </a:r>
          </a:p>
        </p:txBody>
      </p:sp>
      <p:sp>
        <p:nvSpPr>
          <p:cNvPr id="40" name="">
            <a:extLst xmlns:a="http://schemas.openxmlformats.org/drawingml/2006/main">
              <a:ext uri="{FF2B5EF4-FFF2-40B4-BE49-F238E27FC236}">
                <a16:creationId xmlns:a16="http://schemas.microsoft.com/office/drawing/2014/main" id="{59881DA8-14D7-47B1-8709-F5449C3117BE}"/>
              </a:ext>
            </a:extLst>
          </p:cNvPr>
          <p:cNvSpPr>
            <a:spLocks xmlns:a="http://schemas.openxmlformats.org/drawingml/2006/main" noGrp="1"/>
          </p:cNvSpPr>
          <p:nvPr/>
        </p:nvSpPr>
        <p:spPr>
          <a:xfrm xmlns:a="http://schemas.openxmlformats.org/drawingml/2006/main">
            <a:off x="9848850" y="1866900"/>
            <a:ext cx="1600200" cy="1543050"/>
          </a:xfrm>
          <a:prstGeom xmlns:a="http://schemas.openxmlformats.org/drawingml/2006/main" prst="roundRect">
            <a:avLst>
              <a:gd name="adj" fmla="val 7407"/>
            </a:avLst>
          </a:prstGeom>
          <a:solidFill xmlns:a="http://schemas.openxmlformats.org/drawingml/2006/main">
            <a:srgbClr val="EAF5FB"/>
          </a:solidFill>
          <a:ln xmlns:a="http://schemas.openxmlformats.org/drawingml/2006/main" w="9525">
            <a:solidFill>
              <a:srgbClr val="DCE2EA"/>
            </a:solidFill>
            <a:prstDash val="solid"/>
          </a:ln>
        </p:spPr>
      </p:sp>
      <p:sp>
        <p:nvSpPr>
          <p:cNvPr id="41" name="">
            <a:extLst xmlns:a="http://schemas.openxmlformats.org/drawingml/2006/main">
              <a:ext uri="{FF2B5EF4-FFF2-40B4-BE49-F238E27FC236}">
                <a16:creationId xmlns:a16="http://schemas.microsoft.com/office/drawing/2014/main" id="{5F8BBA3F-54D3-419E-B4A1-5781369F97D0}"/>
              </a:ext>
            </a:extLst>
          </p:cNvPr>
          <p:cNvSpPr>
            <a:spLocks xmlns:a="http://schemas.openxmlformats.org/drawingml/2006/main" noGrp="1"/>
          </p:cNvSpPr>
          <p:nvPr/>
        </p:nvSpPr>
        <p:spPr>
          <a:xfrm xmlns:a="http://schemas.openxmlformats.org/drawingml/2006/main">
            <a:off x="9982200" y="20002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42" name="">
            <a:extLst xmlns:a="http://schemas.openxmlformats.org/drawingml/2006/main">
              <a:ext uri="{FF2B5EF4-FFF2-40B4-BE49-F238E27FC236}">
                <a16:creationId xmlns:a16="http://schemas.microsoft.com/office/drawing/2014/main" id="{635AB1C3-FB6B-4143-8A40-5ADA195A6E60}"/>
              </a:ext>
            </a:extLst>
          </p:cNvPr>
          <p:cNvSpPr>
            <a:spLocks xmlns:a="http://schemas.openxmlformats.org/drawingml/2006/main" noGrp="1"/>
          </p:cNvSpPr>
          <p:nvPr/>
        </p:nvSpPr>
        <p:spPr>
          <a:xfrm xmlns:a="http://schemas.openxmlformats.org/drawingml/2006/main">
            <a:off x="9982200" y="20574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6</a:t>
            </a:r>
          </a:p>
        </p:txBody>
      </p:sp>
      <p:sp>
        <p:nvSpPr>
          <p:cNvPr id="43" name="">
            <a:extLst xmlns:a="http://schemas.openxmlformats.org/drawingml/2006/main">
              <a:ext uri="{FF2B5EF4-FFF2-40B4-BE49-F238E27FC236}">
                <a16:creationId xmlns:a16="http://schemas.microsoft.com/office/drawing/2014/main" id="{44657C1D-0FFD-430A-B9AD-07D1FD8D1FA0}"/>
              </a:ext>
            </a:extLst>
          </p:cNvPr>
          <p:cNvSpPr>
            <a:spLocks xmlns:a="http://schemas.openxmlformats.org/drawingml/2006/main" noGrp="1"/>
          </p:cNvSpPr>
          <p:nvPr/>
        </p:nvSpPr>
        <p:spPr>
          <a:xfrm xmlns:a="http://schemas.openxmlformats.org/drawingml/2006/main">
            <a:off x="10001250" y="24860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22"/>
          </a:bodyPr>
          <a:lstStyle xmlns:a="http://schemas.openxmlformats.org/drawingml/2006/main"/>
          <a:p xmlns:a="http://schemas.openxmlformats.org/drawingml/2006/main">
            <a:pPr algn="ctr">
              <a:lnSpc>
                <a:spcPct val="116000"/>
              </a:lnSpc>
              <a:buNone/>
              <a:defRPr sz="1500" b="1" i="0">
                <a:solidFill>
                  <a:srgbClr val="0B1220"/>
                </a:solidFill>
                <a:latin typeface="Noto Sans CJK TC"/>
                <a:ea typeface="Noto Sans CJK TC"/>
                <a:cs typeface="Noto Sans CJK TC"/>
              </a:defRPr>
            </a:pPr>
            <a:r>
              <a:rPr sz="1500" b="1" i="0">
                <a:solidFill>
                  <a:srgbClr val="0B1220"/>
                </a:solidFill>
                <a:latin typeface="Noto Sans CJK TC"/>
                <a:ea typeface="Noto Sans CJK TC"/>
                <a:cs typeface="Noto Sans CJK TC"/>
              </a:rPr>
              <a:t>発話を組み立てる</a:t>
            </a:r>
          </a:p>
        </p:txBody>
      </p:sp>
      <p:sp>
        <p:nvSpPr>
          <p:cNvPr id="44" name="">
            <a:extLst xmlns:a="http://schemas.openxmlformats.org/drawingml/2006/main">
              <a:ext uri="{FF2B5EF4-FFF2-40B4-BE49-F238E27FC236}">
                <a16:creationId xmlns:a16="http://schemas.microsoft.com/office/drawing/2014/main" id="{DD8B514F-F260-4BE9-8F8A-3E677B2887D2}"/>
              </a:ext>
            </a:extLst>
          </p:cNvPr>
          <p:cNvSpPr>
            <a:spLocks xmlns:a="http://schemas.openxmlformats.org/drawingml/2006/main" noGrp="1"/>
          </p:cNvSpPr>
          <p:nvPr/>
        </p:nvSpPr>
        <p:spPr>
          <a:xfrm xmlns:a="http://schemas.openxmlformats.org/drawingml/2006/main">
            <a:off x="9982200" y="2924175"/>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96"/>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決定を自然な言葉にする</a:t>
            </a:r>
          </a:p>
        </p:txBody>
      </p:sp>
      <p:sp>
        <p:nvSpPr>
          <p:cNvPr id="45" name="">
            <a:extLst xmlns:a="http://schemas.openxmlformats.org/drawingml/2006/main">
              <a:ext uri="{FF2B5EF4-FFF2-40B4-BE49-F238E27FC236}">
                <a16:creationId xmlns:a16="http://schemas.microsoft.com/office/drawing/2014/main" id="{94CB3AFC-C391-4E2C-98D2-FC5C42B857E7}"/>
              </a:ext>
            </a:extLst>
          </p:cNvPr>
          <p:cNvSpPr>
            <a:spLocks xmlns:a="http://schemas.openxmlformats.org/drawingml/2006/main" noGrp="1"/>
          </p:cNvSpPr>
          <p:nvPr/>
        </p:nvSpPr>
        <p:spPr>
          <a:xfrm xmlns:a="http://schemas.openxmlformats.org/drawingml/2006/main">
            <a:off x="704850" y="3848100"/>
            <a:ext cx="107823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CE2EA"/>
            </a:solidFill>
            <a:prstDash val="solid"/>
          </a:ln>
        </p:spPr>
      </p:sp>
      <p:sp>
        <p:nvSpPr>
          <p:cNvPr id="46" name="">
            <a:extLst xmlns:a="http://schemas.openxmlformats.org/drawingml/2006/main">
              <a:ext uri="{FF2B5EF4-FFF2-40B4-BE49-F238E27FC236}">
                <a16:creationId xmlns:a16="http://schemas.microsoft.com/office/drawing/2014/main" id="{76503711-FC78-4027-B58B-157773C0702F}"/>
              </a:ext>
            </a:extLst>
          </p:cNvPr>
          <p:cNvSpPr>
            <a:spLocks xmlns:a="http://schemas.openxmlformats.org/drawingml/2006/main" noGrp="1"/>
          </p:cNvSpPr>
          <p:nvPr/>
        </p:nvSpPr>
        <p:spPr>
          <a:xfrm xmlns:a="http://schemas.openxmlformats.org/drawingml/2006/main">
            <a:off x="933450" y="4038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例：「朝から落ち着かなくて、頭の中が止まらない」</a:t>
            </a:r>
          </a:p>
        </p:txBody>
      </p:sp>
      <p:sp>
        <p:nvSpPr>
          <p:cNvPr id="47" name="">
            <a:extLst xmlns:a="http://schemas.openxmlformats.org/drawingml/2006/main">
              <a:ext uri="{FF2B5EF4-FFF2-40B4-BE49-F238E27FC236}">
                <a16:creationId xmlns:a16="http://schemas.microsoft.com/office/drawing/2014/main" id="{57D4DBC7-7109-41E8-B16B-BD2F19971E4E}"/>
              </a:ext>
            </a:extLst>
          </p:cNvPr>
          <p:cNvSpPr>
            <a:spLocks xmlns:a="http://schemas.openxmlformats.org/drawingml/2006/main" noGrp="1"/>
          </p:cNvSpPr>
          <p:nvPr/>
        </p:nvSpPr>
        <p:spPr>
          <a:xfrm xmlns:a="http://schemas.openxmlformats.org/drawingml/2006/main">
            <a:off x="5962650" y="4038600"/>
            <a:ext cx="521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821"/>
          </a:bodyPr>
          <a:lstStyle xmlns:a="http://schemas.openxmlformats.org/drawingml/2006/main"/>
          <a:p xmlns:a="http://schemas.openxmlformats.org/drawingml/2006/main">
            <a:pPr algn="l">
              <a:lnSpc>
                <a:spcPct val="116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方法や慰めを求めているのか、興奮を伝えたいのか、親しい相手のツッコミ待ちなのか。字面だけでは決められない。</a:t>
            </a:r>
          </a:p>
        </p:txBody>
      </p:sp>
      <p:sp>
        <p:nvSpPr>
          <p:cNvPr id="48" name="">
            <a:extLst xmlns:a="http://schemas.openxmlformats.org/drawingml/2006/main">
              <a:ext uri="{FF2B5EF4-FFF2-40B4-BE49-F238E27FC236}">
                <a16:creationId xmlns:a16="http://schemas.microsoft.com/office/drawing/2014/main" id="{E0BAB6D8-0168-44DE-91BE-2E65EADD3E2D}"/>
              </a:ext>
            </a:extLst>
          </p:cNvPr>
          <p:cNvSpPr>
            <a:spLocks xmlns:a="http://schemas.openxmlformats.org/drawingml/2006/main" noGrp="1"/>
          </p:cNvSpPr>
          <p:nvPr/>
        </p:nvSpPr>
        <p:spPr>
          <a:xfrm xmlns:a="http://schemas.openxmlformats.org/drawingml/2006/main">
            <a:off x="1524000" y="4972050"/>
            <a:ext cx="9144000" cy="685800"/>
          </a:xfrm>
          <a:prstGeom xmlns:a="http://schemas.openxmlformats.org/drawingml/2006/main" prst="roundRect">
            <a:avLst>
              <a:gd name="adj" fmla="val 16667"/>
            </a:avLst>
          </a:prstGeom>
          <a:solidFill xmlns:a="http://schemas.openxmlformats.org/drawingml/2006/main">
            <a:srgbClr val="101D31"/>
          </a:solidFill>
          <a:ln xmlns:a="http://schemas.openxmlformats.org/drawingml/2006/main" w="9525">
            <a:solidFill>
              <a:srgbClr val="101D31"/>
            </a:solidFill>
            <a:prstDash val="solid"/>
          </a:ln>
        </p:spPr>
      </p:sp>
      <p:sp>
        <p:nvSpPr>
          <p:cNvPr id="49" name="">
            <a:extLst xmlns:a="http://schemas.openxmlformats.org/drawingml/2006/main">
              <a:ext uri="{FF2B5EF4-FFF2-40B4-BE49-F238E27FC236}">
                <a16:creationId xmlns:a16="http://schemas.microsoft.com/office/drawing/2014/main" id="{AD685B04-8D47-428C-912F-C2DBA7646B80}"/>
              </a:ext>
            </a:extLst>
          </p:cNvPr>
          <p:cNvSpPr>
            <a:spLocks xmlns:a="http://schemas.openxmlformats.org/drawingml/2006/main" noGrp="1"/>
          </p:cNvSpPr>
          <p:nvPr/>
        </p:nvSpPr>
        <p:spPr>
          <a:xfrm xmlns:a="http://schemas.openxmlformats.org/drawingml/2006/main">
            <a:off x="1790700" y="5162550"/>
            <a:ext cx="861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800" b="1" i="0">
                <a:solidFill>
                  <a:srgbClr val="FFFFFF"/>
                </a:solidFill>
                <a:latin typeface="Noto Sans CJK TC"/>
                <a:ea typeface="Noto Sans CJK TC"/>
                <a:cs typeface="Noto Sans CJK TC"/>
              </a:defRPr>
            </a:pPr>
            <a:r>
              <a:rPr sz="1800" b="1" i="0">
                <a:solidFill>
                  <a:srgbClr val="FFFFFF"/>
                </a:solidFill>
                <a:latin typeface="Noto Sans CJK TC"/>
                <a:ea typeface="Noto Sans CJK TC"/>
                <a:cs typeface="Noto Sans CJK TC"/>
              </a:rPr>
              <a:t>応答 = f（現在の信号、利用可能な記憶、評価、目標、関係、人格、不確実性）</a:t>
            </a:r>
          </a:p>
        </p:txBody>
      </p:sp>
      <p:sp>
        <p:nvSpPr>
          <p:cNvPr id="50" name="">
            <a:extLst xmlns:a="http://schemas.openxmlformats.org/drawingml/2006/main">
              <a:ext uri="{FF2B5EF4-FFF2-40B4-BE49-F238E27FC236}">
                <a16:creationId xmlns:a16="http://schemas.microsoft.com/office/drawing/2014/main" id="{8B7AC003-3D50-45AD-A306-1349974587A6}"/>
              </a:ext>
            </a:extLst>
          </p:cNvPr>
          <p:cNvSpPr>
            <a:spLocks xmlns:a="http://schemas.openxmlformats.org/drawingml/2006/main" noGrp="1"/>
          </p:cNvSpPr>
          <p:nvPr/>
        </p:nvSpPr>
        <p:spPr>
          <a:xfrm xmlns:a="http://schemas.openxmlformats.org/drawingml/2006/main">
            <a:off x="723900" y="5943600"/>
            <a:ext cx="1074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生物学的な脳の複製を主張するものではない。認知科学で扱われる機能を、実行・検証可能な計算過程に置き換える。</a:t>
            </a:r>
          </a:p>
        </p:txBody>
      </p:sp>
    </p:spTree>
    <p:extLst>
      <p:ext uri="{BB962C8B-B14F-4D97-AF65-F5344CB8AC3E}">
        <p14:creationId xmlns:p14="http://schemas.microsoft.com/office/powerpoint/2010/main" val="8327765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1D0078B-95EA-4579-A733-2B818C1EFF8E}"/>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最初に動作したアーキテクチャ</a:t>
            </a:r>
          </a:p>
        </p:txBody>
      </p:sp>
      <p:sp>
        <p:nvSpPr>
          <p:cNvPr id="2" name="">
            <a:extLst xmlns:a="http://schemas.openxmlformats.org/drawingml/2006/main">
              <a:ext uri="{FF2B5EF4-FFF2-40B4-BE49-F238E27FC236}">
                <a16:creationId xmlns:a16="http://schemas.microsoft.com/office/drawing/2014/main" id="{DDD6FF4C-E07A-48F4-9C41-82B16681DDD2}"/>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この過程を「左脳＋記憶＋右脳」の工学構成として実装した</a:t>
            </a:r>
          </a:p>
        </p:txBody>
      </p:sp>
      <p:sp>
        <p:nvSpPr>
          <p:cNvPr id="3" name="">
            <a:extLst xmlns:a="http://schemas.openxmlformats.org/drawingml/2006/main">
              <a:ext uri="{FF2B5EF4-FFF2-40B4-BE49-F238E27FC236}">
                <a16:creationId xmlns:a16="http://schemas.microsoft.com/office/drawing/2014/main" id="{77F1007A-357C-4C57-8957-C2F1BF9544AF}"/>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D1303F90-2742-4884-BD90-AEF55D49B5A4}"/>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03</a:t>
            </a:r>
          </a:p>
        </p:txBody>
      </p:sp>
      <p:sp>
        <p:nvSpPr>
          <p:cNvPr id="5" name="">
            <a:extLst xmlns:a="http://schemas.openxmlformats.org/drawingml/2006/main">
              <a:ext uri="{FF2B5EF4-FFF2-40B4-BE49-F238E27FC236}">
                <a16:creationId xmlns:a16="http://schemas.microsoft.com/office/drawing/2014/main" id="{15CF4AD2-7141-44BA-88AA-F25B868532A5}"/>
              </a:ext>
            </a:extLst>
          </p:cNvPr>
          <p:cNvSpPr>
            <a:spLocks xmlns:a="http://schemas.openxmlformats.org/drawingml/2006/main" noGrp="1"/>
          </p:cNvSpPr>
          <p:nvPr/>
        </p:nvSpPr>
        <p:spPr>
          <a:xfrm xmlns:a="http://schemas.openxmlformats.org/drawingml/2006/main">
            <a:off x="1524000" y="2819400"/>
            <a:ext cx="6096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650CAD1E-2B4B-43A6-9339-4CE2E9827DB0}"/>
              </a:ext>
            </a:extLst>
          </p:cNvPr>
          <p:cNvSpPr>
            <a:spLocks xmlns:a="http://schemas.openxmlformats.org/drawingml/2006/main" noGrp="1"/>
          </p:cNvSpPr>
          <p:nvPr/>
        </p:nvSpPr>
        <p:spPr>
          <a:xfrm xmlns:a="http://schemas.openxmlformats.org/drawingml/2006/main">
            <a:off x="2038350" y="26670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7" name="">
            <a:extLst xmlns:a="http://schemas.openxmlformats.org/drawingml/2006/main">
              <a:ext uri="{FF2B5EF4-FFF2-40B4-BE49-F238E27FC236}">
                <a16:creationId xmlns:a16="http://schemas.microsoft.com/office/drawing/2014/main" id="{1E4BC719-76F2-4438-A15E-C2456B530B49}"/>
              </a:ext>
            </a:extLst>
          </p:cNvPr>
          <p:cNvSpPr>
            <a:spLocks xmlns:a="http://schemas.openxmlformats.org/drawingml/2006/main" noGrp="1"/>
          </p:cNvSpPr>
          <p:nvPr/>
        </p:nvSpPr>
        <p:spPr>
          <a:xfrm xmlns:a="http://schemas.openxmlformats.org/drawingml/2006/main">
            <a:off x="4457700" y="2819400"/>
            <a:ext cx="609600" cy="19050"/>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8" name="">
            <a:extLst xmlns:a="http://schemas.openxmlformats.org/drawingml/2006/main">
              <a:ext uri="{FF2B5EF4-FFF2-40B4-BE49-F238E27FC236}">
                <a16:creationId xmlns:a16="http://schemas.microsoft.com/office/drawing/2014/main" id="{B6748EDF-7399-4106-8D7B-A8FAD79D08B1}"/>
              </a:ext>
            </a:extLst>
          </p:cNvPr>
          <p:cNvSpPr>
            <a:spLocks xmlns:a="http://schemas.openxmlformats.org/drawingml/2006/main" noGrp="1"/>
          </p:cNvSpPr>
          <p:nvPr/>
        </p:nvSpPr>
        <p:spPr>
          <a:xfrm xmlns:a="http://schemas.openxmlformats.org/drawingml/2006/main">
            <a:off x="4972050" y="26670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a:t>
            </a:r>
          </a:p>
        </p:txBody>
      </p:sp>
      <p:sp>
        <p:nvSpPr>
          <p:cNvPr id="9" name="">
            <a:extLst xmlns:a="http://schemas.openxmlformats.org/drawingml/2006/main">
              <a:ext uri="{FF2B5EF4-FFF2-40B4-BE49-F238E27FC236}">
                <a16:creationId xmlns:a16="http://schemas.microsoft.com/office/drawing/2014/main" id="{705A35D2-416C-4F79-921F-2B09E2620D97}"/>
              </a:ext>
            </a:extLst>
          </p:cNvPr>
          <p:cNvSpPr>
            <a:spLocks xmlns:a="http://schemas.openxmlformats.org/drawingml/2006/main" noGrp="1"/>
          </p:cNvSpPr>
          <p:nvPr/>
        </p:nvSpPr>
        <p:spPr>
          <a:xfrm xmlns:a="http://schemas.openxmlformats.org/drawingml/2006/main">
            <a:off x="7486650" y="2819400"/>
            <a:ext cx="6096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BA51E974-5FF7-425D-AFC9-089FB51C6B5D}"/>
              </a:ext>
            </a:extLst>
          </p:cNvPr>
          <p:cNvSpPr>
            <a:spLocks xmlns:a="http://schemas.openxmlformats.org/drawingml/2006/main" noGrp="1"/>
          </p:cNvSpPr>
          <p:nvPr/>
        </p:nvSpPr>
        <p:spPr>
          <a:xfrm xmlns:a="http://schemas.openxmlformats.org/drawingml/2006/main">
            <a:off x="8001000" y="26670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1" name="">
            <a:extLst xmlns:a="http://schemas.openxmlformats.org/drawingml/2006/main">
              <a:ext uri="{FF2B5EF4-FFF2-40B4-BE49-F238E27FC236}">
                <a16:creationId xmlns:a16="http://schemas.microsoft.com/office/drawing/2014/main" id="{B37BB9C0-7AB6-4519-8F6B-CA55E16CB80F}"/>
              </a:ext>
            </a:extLst>
          </p:cNvPr>
          <p:cNvSpPr>
            <a:spLocks xmlns:a="http://schemas.openxmlformats.org/drawingml/2006/main" noGrp="1"/>
          </p:cNvSpPr>
          <p:nvPr/>
        </p:nvSpPr>
        <p:spPr>
          <a:xfrm xmlns:a="http://schemas.openxmlformats.org/drawingml/2006/main">
            <a:off x="10001250" y="2819400"/>
            <a:ext cx="6096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2DD69FCB-D446-40C1-8CB8-29C8D4AB0A22}"/>
              </a:ext>
            </a:extLst>
          </p:cNvPr>
          <p:cNvSpPr>
            <a:spLocks xmlns:a="http://schemas.openxmlformats.org/drawingml/2006/main" noGrp="1"/>
          </p:cNvSpPr>
          <p:nvPr/>
        </p:nvSpPr>
        <p:spPr>
          <a:xfrm xmlns:a="http://schemas.openxmlformats.org/drawingml/2006/main">
            <a:off x="10515600" y="26670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3" name="">
            <a:extLst xmlns:a="http://schemas.openxmlformats.org/drawingml/2006/main">
              <a:ext uri="{FF2B5EF4-FFF2-40B4-BE49-F238E27FC236}">
                <a16:creationId xmlns:a16="http://schemas.microsoft.com/office/drawing/2014/main" id="{860A3518-6D44-4EB8-B5F7-2A58FEC30543}"/>
              </a:ext>
            </a:extLst>
          </p:cNvPr>
          <p:cNvSpPr>
            <a:spLocks xmlns:a="http://schemas.openxmlformats.org/drawingml/2006/main" noGrp="1"/>
          </p:cNvSpPr>
          <p:nvPr/>
        </p:nvSpPr>
        <p:spPr>
          <a:xfrm xmlns:a="http://schemas.openxmlformats.org/drawingml/2006/main">
            <a:off x="514350" y="2095500"/>
            <a:ext cx="1123950" cy="1371600"/>
          </a:xfrm>
          <a:prstGeom xmlns:a="http://schemas.openxmlformats.org/drawingml/2006/main" prst="roundRect">
            <a:avLst>
              <a:gd name="adj" fmla="val 10169"/>
            </a:avLst>
          </a:prstGeom>
          <a:solidFill xmlns:a="http://schemas.openxmlformats.org/drawingml/2006/main">
            <a:srgbClr val="EAF5FB"/>
          </a:solidFill>
          <a:ln xmlns:a="http://schemas.openxmlformats.org/drawingml/2006/main" w="9525">
            <a:solidFill>
              <a:srgbClr val="BBDDF1"/>
            </a:solidFill>
            <a:prstDash val="solid"/>
          </a:ln>
        </p:spPr>
      </p:sp>
      <p:sp>
        <p:nvSpPr>
          <p:cNvPr id="14" name="">
            <a:extLst xmlns:a="http://schemas.openxmlformats.org/drawingml/2006/main">
              <a:ext uri="{FF2B5EF4-FFF2-40B4-BE49-F238E27FC236}">
                <a16:creationId xmlns:a16="http://schemas.microsoft.com/office/drawing/2014/main" id="{27A38F94-EBFC-479F-BACD-9056607DA55E}"/>
              </a:ext>
            </a:extLst>
          </p:cNvPr>
          <p:cNvSpPr>
            <a:spLocks xmlns:a="http://schemas.openxmlformats.org/drawingml/2006/main" noGrp="1"/>
          </p:cNvSpPr>
          <p:nvPr/>
        </p:nvSpPr>
        <p:spPr>
          <a:xfrm xmlns:a="http://schemas.openxmlformats.org/drawingml/2006/main">
            <a:off x="685800" y="23336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03"/>
          </a:bodyPr>
          <a:lstStyle xmlns:a="http://schemas.openxmlformats.org/drawingml/2006/main"/>
          <a:p xmlns:a="http://schemas.openxmlformats.org/drawingml/2006/main">
            <a:pPr algn="ctr">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入力</a:t>
            </a:r>
          </a:p>
        </p:txBody>
      </p:sp>
      <p:sp>
        <p:nvSpPr>
          <p:cNvPr id="15" name="">
            <a:extLst xmlns:a="http://schemas.openxmlformats.org/drawingml/2006/main">
              <a:ext uri="{FF2B5EF4-FFF2-40B4-BE49-F238E27FC236}">
                <a16:creationId xmlns:a16="http://schemas.microsoft.com/office/drawing/2014/main" id="{FEBC0B34-41BA-40B7-AD44-59366BE88C10}"/>
              </a:ext>
            </a:extLst>
          </p:cNvPr>
          <p:cNvSpPr>
            <a:spLocks xmlns:a="http://schemas.openxmlformats.org/drawingml/2006/main" noGrp="1"/>
          </p:cNvSpPr>
          <p:nvPr/>
        </p:nvSpPr>
        <p:spPr>
          <a:xfrm xmlns:a="http://schemas.openxmlformats.org/drawingml/2006/main">
            <a:off x="628650" y="28956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文字／音声</a:t>
            </a:r>
          </a:p>
        </p:txBody>
      </p:sp>
      <p:sp>
        <p:nvSpPr>
          <p:cNvPr id="16" name="">
            <a:extLst xmlns:a="http://schemas.openxmlformats.org/drawingml/2006/main">
              <a:ext uri="{FF2B5EF4-FFF2-40B4-BE49-F238E27FC236}">
                <a16:creationId xmlns:a16="http://schemas.microsoft.com/office/drawing/2014/main" id="{77EBDCA6-5E4C-4CE6-A119-8D19F4F25AAB}"/>
              </a:ext>
            </a:extLst>
          </p:cNvPr>
          <p:cNvSpPr>
            <a:spLocks xmlns:a="http://schemas.openxmlformats.org/drawingml/2006/main" noGrp="1"/>
          </p:cNvSpPr>
          <p:nvPr/>
        </p:nvSpPr>
        <p:spPr>
          <a:xfrm xmlns:a="http://schemas.openxmlformats.org/drawingml/2006/main">
            <a:off x="2266950" y="1790700"/>
            <a:ext cx="2247900" cy="1981200"/>
          </a:xfrm>
          <a:prstGeom xmlns:a="http://schemas.openxmlformats.org/drawingml/2006/main" prst="roundRect">
            <a:avLst>
              <a:gd name="adj" fmla="val 5769"/>
            </a:avLst>
          </a:prstGeom>
          <a:solidFill xmlns:a="http://schemas.openxmlformats.org/drawingml/2006/main">
            <a:srgbClr val="E8F7EF"/>
          </a:solidFill>
          <a:ln xmlns:a="http://schemas.openxmlformats.org/drawingml/2006/main" w="9525">
            <a:solidFill>
              <a:srgbClr val="BFE8D1"/>
            </a:solidFill>
            <a:prstDash val="solid"/>
          </a:ln>
        </p:spPr>
      </p:sp>
      <p:sp>
        <p:nvSpPr>
          <p:cNvPr id="17" name="">
            <a:extLst xmlns:a="http://schemas.openxmlformats.org/drawingml/2006/main">
              <a:ext uri="{FF2B5EF4-FFF2-40B4-BE49-F238E27FC236}">
                <a16:creationId xmlns:a16="http://schemas.microsoft.com/office/drawing/2014/main" id="{14865559-F881-4597-B4F3-4C41C9108F63}"/>
              </a:ext>
            </a:extLst>
          </p:cNvPr>
          <p:cNvSpPr>
            <a:spLocks xmlns:a="http://schemas.openxmlformats.org/drawingml/2006/main" noGrp="1"/>
          </p:cNvSpPr>
          <p:nvPr/>
        </p:nvSpPr>
        <p:spPr>
          <a:xfrm xmlns:a="http://schemas.openxmlformats.org/drawingml/2006/main">
            <a:off x="2552700" y="20383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102"/>
          </a:bodyPr>
          <a:lstStyle xmlns:a="http://schemas.openxmlformats.org/drawingml/2006/main"/>
          <a:p xmlns:a="http://schemas.openxmlformats.org/drawingml/2006/main">
            <a:pPr algn="ctr">
              <a:lnSpc>
                <a:spcPct val="116000"/>
              </a:lnSpc>
              <a:buNone/>
              <a:defRPr sz="2100" b="1" i="0">
                <a:solidFill>
                  <a:srgbClr val="35A56F"/>
                </a:solidFill>
                <a:latin typeface="Noto Sans CJK TC"/>
                <a:ea typeface="Noto Sans CJK TC"/>
                <a:cs typeface="Noto Sans CJK TC"/>
              </a:defRPr>
            </a:pPr>
            <a:r>
              <a:rPr sz="2100" b="1" i="0">
                <a:solidFill>
                  <a:srgbClr val="35A56F"/>
                </a:solidFill>
                <a:latin typeface="Noto Sans CJK TC"/>
                <a:ea typeface="Noto Sans CJK TC"/>
                <a:cs typeface="Noto Sans CJK TC"/>
              </a:rPr>
              <a:t>左脳</a:t>
            </a:r>
          </a:p>
        </p:txBody>
      </p:sp>
      <p:sp>
        <p:nvSpPr>
          <p:cNvPr id="18" name="">
            <a:extLst xmlns:a="http://schemas.openxmlformats.org/drawingml/2006/main">
              <a:ext uri="{FF2B5EF4-FFF2-40B4-BE49-F238E27FC236}">
                <a16:creationId xmlns:a16="http://schemas.microsoft.com/office/drawing/2014/main" id="{B77DA37D-6AF3-4E94-AB43-B9749E5DD8A7}"/>
              </a:ext>
            </a:extLst>
          </p:cNvPr>
          <p:cNvSpPr>
            <a:spLocks xmlns:a="http://schemas.openxmlformats.org/drawingml/2006/main" noGrp="1"/>
          </p:cNvSpPr>
          <p:nvPr/>
        </p:nvSpPr>
        <p:spPr>
          <a:xfrm xmlns:a="http://schemas.openxmlformats.org/drawingml/2006/main">
            <a:off x="2533650" y="2543175"/>
            <a:ext cx="1714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19"/>
          </a:bodyPr>
          <a:lstStyle xmlns:a="http://schemas.openxmlformats.org/drawingml/2006/main"/>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字面と意図を理解</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他者の考えを推測（ToM）</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反応候補と計画を生成</a:t>
            </a:r>
          </a:p>
        </p:txBody>
      </p:sp>
      <p:sp>
        <p:nvSpPr>
          <p:cNvPr id="19" name="">
            <a:extLst xmlns:a="http://schemas.openxmlformats.org/drawingml/2006/main">
              <a:ext uri="{FF2B5EF4-FFF2-40B4-BE49-F238E27FC236}">
                <a16:creationId xmlns:a16="http://schemas.microsoft.com/office/drawing/2014/main" id="{B7767230-786C-4A0F-BA08-90605CD4B8EA}"/>
              </a:ext>
            </a:extLst>
          </p:cNvPr>
          <p:cNvSpPr>
            <a:spLocks xmlns:a="http://schemas.openxmlformats.org/drawingml/2006/main" noGrp="1"/>
          </p:cNvSpPr>
          <p:nvPr/>
        </p:nvSpPr>
        <p:spPr>
          <a:xfrm xmlns:a="http://schemas.openxmlformats.org/drawingml/2006/main">
            <a:off x="5276850" y="1790700"/>
            <a:ext cx="2247900" cy="1981200"/>
          </a:xfrm>
          <a:prstGeom xmlns:a="http://schemas.openxmlformats.org/drawingml/2006/main" prst="roundRect">
            <a:avLst>
              <a:gd name="adj" fmla="val 5769"/>
            </a:avLst>
          </a:prstGeom>
          <a:solidFill xmlns:a="http://schemas.openxmlformats.org/drawingml/2006/main">
            <a:srgbClr val="FFF5DD"/>
          </a:solidFill>
          <a:ln xmlns:a="http://schemas.openxmlformats.org/drawingml/2006/main" w="9525">
            <a:solidFill>
              <a:srgbClr val="E6CA88"/>
            </a:solidFill>
            <a:prstDash val="solid"/>
          </a:ln>
        </p:spPr>
      </p:sp>
      <p:sp>
        <p:nvSpPr>
          <p:cNvPr id="20" name="">
            <a:extLst xmlns:a="http://schemas.openxmlformats.org/drawingml/2006/main">
              <a:ext uri="{FF2B5EF4-FFF2-40B4-BE49-F238E27FC236}">
                <a16:creationId xmlns:a16="http://schemas.microsoft.com/office/drawing/2014/main" id="{7259CB5F-B575-450D-8055-31367F0EB3FD}"/>
              </a:ext>
            </a:extLst>
          </p:cNvPr>
          <p:cNvSpPr>
            <a:spLocks xmlns:a="http://schemas.openxmlformats.org/drawingml/2006/main" noGrp="1"/>
          </p:cNvSpPr>
          <p:nvPr/>
        </p:nvSpPr>
        <p:spPr>
          <a:xfrm xmlns:a="http://schemas.openxmlformats.org/drawingml/2006/main">
            <a:off x="5524500" y="203835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17"/>
          </a:bodyPr>
          <a:lstStyle xmlns:a="http://schemas.openxmlformats.org/drawingml/2006/main"/>
          <a:p xmlns:a="http://schemas.openxmlformats.org/drawingml/2006/main">
            <a:pPr algn="ctr">
              <a:lnSpc>
                <a:spcPct val="116000"/>
              </a:lnSpc>
              <a:buNone/>
              <a:defRPr sz="1950" b="1" i="0">
                <a:solidFill>
                  <a:srgbClr val="E5A72D"/>
                </a:solidFill>
                <a:latin typeface="Noto Sans CJK TC"/>
                <a:ea typeface="Noto Sans CJK TC"/>
                <a:cs typeface="Noto Sans CJK TC"/>
              </a:defRPr>
            </a:pPr>
            <a:r>
              <a:rPr sz="1950" b="1" i="0">
                <a:solidFill>
                  <a:srgbClr val="E5A72D"/>
                </a:solidFill>
                <a:latin typeface="Noto Sans CJK TC"/>
                <a:ea typeface="Noto Sans CJK TC"/>
                <a:cs typeface="Noto Sans CJK TC"/>
              </a:rPr>
              <a:t>記憶／状態</a:t>
            </a:r>
          </a:p>
        </p:txBody>
      </p:sp>
      <p:sp>
        <p:nvSpPr>
          <p:cNvPr id="21" name="">
            <a:extLst xmlns:a="http://schemas.openxmlformats.org/drawingml/2006/main">
              <a:ext uri="{FF2B5EF4-FFF2-40B4-BE49-F238E27FC236}">
                <a16:creationId xmlns:a16="http://schemas.microsoft.com/office/drawing/2014/main" id="{12DC1374-73C1-419F-B92A-D6CEE48CF086}"/>
              </a:ext>
            </a:extLst>
          </p:cNvPr>
          <p:cNvSpPr>
            <a:spLocks xmlns:a="http://schemas.openxmlformats.org/drawingml/2006/main" noGrp="1"/>
          </p:cNvSpPr>
          <p:nvPr/>
        </p:nvSpPr>
        <p:spPr>
          <a:xfrm xmlns:a="http://schemas.openxmlformats.org/drawingml/2006/main">
            <a:off x="5543550" y="2543175"/>
            <a:ext cx="1714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作業記憶と長期記憶</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目標・関係・感情仮説</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過去を現在へ持ち込む</a:t>
            </a:r>
          </a:p>
        </p:txBody>
      </p:sp>
      <p:sp>
        <p:nvSpPr>
          <p:cNvPr id="22" name="">
            <a:extLst xmlns:a="http://schemas.openxmlformats.org/drawingml/2006/main">
              <a:ext uri="{FF2B5EF4-FFF2-40B4-BE49-F238E27FC236}">
                <a16:creationId xmlns:a16="http://schemas.microsoft.com/office/drawing/2014/main" id="{4A095266-B047-431C-9385-24AC38E87B73}"/>
              </a:ext>
            </a:extLst>
          </p:cNvPr>
          <p:cNvSpPr>
            <a:spLocks xmlns:a="http://schemas.openxmlformats.org/drawingml/2006/main" noGrp="1"/>
          </p:cNvSpPr>
          <p:nvPr/>
        </p:nvSpPr>
        <p:spPr>
          <a:xfrm xmlns:a="http://schemas.openxmlformats.org/drawingml/2006/main">
            <a:off x="8286750" y="1790700"/>
            <a:ext cx="1714500" cy="1981200"/>
          </a:xfrm>
          <a:prstGeom xmlns:a="http://schemas.openxmlformats.org/drawingml/2006/main" prst="roundRect">
            <a:avLst>
              <a:gd name="adj" fmla="val 6667"/>
            </a:avLst>
          </a:prstGeom>
          <a:solidFill xmlns:a="http://schemas.openxmlformats.org/drawingml/2006/main">
            <a:srgbClr val="EAF5FB"/>
          </a:solidFill>
          <a:ln xmlns:a="http://schemas.openxmlformats.org/drawingml/2006/main" w="9525">
            <a:solidFill>
              <a:srgbClr val="BBDDF1"/>
            </a:solidFill>
            <a:prstDash val="solid"/>
          </a:ln>
        </p:spPr>
      </p:sp>
      <p:sp>
        <p:nvSpPr>
          <p:cNvPr id="23" name="">
            <a:extLst xmlns:a="http://schemas.openxmlformats.org/drawingml/2006/main">
              <a:ext uri="{FF2B5EF4-FFF2-40B4-BE49-F238E27FC236}">
                <a16:creationId xmlns:a16="http://schemas.microsoft.com/office/drawing/2014/main" id="{58C6E567-04A0-412A-B29D-4D3C867C64FC}"/>
              </a:ext>
            </a:extLst>
          </p:cNvPr>
          <p:cNvSpPr>
            <a:spLocks xmlns:a="http://schemas.openxmlformats.org/drawingml/2006/main" noGrp="1"/>
          </p:cNvSpPr>
          <p:nvPr/>
        </p:nvSpPr>
        <p:spPr>
          <a:xfrm xmlns:a="http://schemas.openxmlformats.org/drawingml/2006/main">
            <a:off x="8553450" y="20383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102"/>
          </a:bodyPr>
          <a:lstStyle xmlns:a="http://schemas.openxmlformats.org/drawingml/2006/main"/>
          <a:p xmlns:a="http://schemas.openxmlformats.org/drawingml/2006/main">
            <a:pPr algn="ctr">
              <a:lnSpc>
                <a:spcPct val="116000"/>
              </a:lnSpc>
              <a:buNone/>
              <a:defRPr sz="2100" b="1" i="0">
                <a:solidFill>
                  <a:srgbClr val="3D8DFF"/>
                </a:solidFill>
                <a:latin typeface="Noto Sans CJK TC"/>
                <a:ea typeface="Noto Sans CJK TC"/>
                <a:cs typeface="Noto Sans CJK TC"/>
              </a:defRPr>
            </a:pPr>
            <a:r>
              <a:rPr sz="2100" b="1" i="0">
                <a:solidFill>
                  <a:srgbClr val="3D8DFF"/>
                </a:solidFill>
                <a:latin typeface="Noto Sans CJK TC"/>
                <a:ea typeface="Noto Sans CJK TC"/>
                <a:cs typeface="Noto Sans CJK TC"/>
              </a:rPr>
              <a:t>右脳</a:t>
            </a:r>
          </a:p>
        </p:txBody>
      </p:sp>
      <p:sp>
        <p:nvSpPr>
          <p:cNvPr id="24" name="">
            <a:extLst xmlns:a="http://schemas.openxmlformats.org/drawingml/2006/main">
              <a:ext uri="{FF2B5EF4-FFF2-40B4-BE49-F238E27FC236}">
                <a16:creationId xmlns:a16="http://schemas.microsoft.com/office/drawing/2014/main" id="{FC8FC5C1-C7C9-4EE8-810C-F19E084C4E6E}"/>
              </a:ext>
            </a:extLst>
          </p:cNvPr>
          <p:cNvSpPr>
            <a:spLocks xmlns:a="http://schemas.openxmlformats.org/drawingml/2006/main" noGrp="1"/>
          </p:cNvSpPr>
          <p:nvPr/>
        </p:nvSpPr>
        <p:spPr>
          <a:xfrm xmlns:a="http://schemas.openxmlformats.org/drawingml/2006/main">
            <a:off x="8515350" y="2543175"/>
            <a:ext cx="1257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08"/>
          </a:bodyPr>
          <a:lstStyle xmlns:a="http://schemas.openxmlformats.org/drawingml/2006/main"/>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左脳の意味を保つ</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Uruhaらしさを加える</a:t>
            </a:r>
          </a:p>
          <a:p xmlns:a="http://schemas.openxmlformats.org/drawingml/2006/main">
            <a:pPr algn="ctr">
              <a:lnSpc>
                <a:spcPct val="122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自然な日本語にする</a:t>
            </a:r>
          </a:p>
        </p:txBody>
      </p:sp>
      <p:sp>
        <p:nvSpPr>
          <p:cNvPr id="25" name="">
            <a:extLst xmlns:a="http://schemas.openxmlformats.org/drawingml/2006/main">
              <a:ext uri="{FF2B5EF4-FFF2-40B4-BE49-F238E27FC236}">
                <a16:creationId xmlns:a16="http://schemas.microsoft.com/office/drawing/2014/main" id="{437ADD0D-E7FF-42CC-8718-65982C2B6BE8}"/>
              </a:ext>
            </a:extLst>
          </p:cNvPr>
          <p:cNvSpPr>
            <a:spLocks xmlns:a="http://schemas.openxmlformats.org/drawingml/2006/main" noGrp="1"/>
          </p:cNvSpPr>
          <p:nvPr/>
        </p:nvSpPr>
        <p:spPr>
          <a:xfrm xmlns:a="http://schemas.openxmlformats.org/drawingml/2006/main">
            <a:off x="10782300" y="2095500"/>
            <a:ext cx="895350" cy="1371600"/>
          </a:xfrm>
          <a:prstGeom xmlns:a="http://schemas.openxmlformats.org/drawingml/2006/main" prst="roundRect">
            <a:avLst>
              <a:gd name="adj" fmla="val 12766"/>
            </a:avLst>
          </a:prstGeom>
          <a:solidFill xmlns:a="http://schemas.openxmlformats.org/drawingml/2006/main">
            <a:srgbClr val="101D31"/>
          </a:solidFill>
          <a:ln xmlns:a="http://schemas.openxmlformats.org/drawingml/2006/main" w="9525">
            <a:solidFill>
              <a:srgbClr val="101D31"/>
            </a:solidFill>
            <a:prstDash val="solid"/>
          </a:ln>
        </p:spPr>
      </p:sp>
      <p:sp>
        <p:nvSpPr>
          <p:cNvPr id="26" name="">
            <a:extLst xmlns:a="http://schemas.openxmlformats.org/drawingml/2006/main">
              <a:ext uri="{FF2B5EF4-FFF2-40B4-BE49-F238E27FC236}">
                <a16:creationId xmlns:a16="http://schemas.microsoft.com/office/drawing/2014/main" id="{80EB244D-9B9E-4F01-94C3-26328C652532}"/>
              </a:ext>
            </a:extLst>
          </p:cNvPr>
          <p:cNvSpPr>
            <a:spLocks xmlns:a="http://schemas.openxmlformats.org/drawingml/2006/main" noGrp="1"/>
          </p:cNvSpPr>
          <p:nvPr/>
        </p:nvSpPr>
        <p:spPr>
          <a:xfrm xmlns:a="http://schemas.openxmlformats.org/drawingml/2006/main">
            <a:off x="10877550" y="23336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03"/>
          </a:bodyPr>
          <a:lstStyle xmlns:a="http://schemas.openxmlformats.org/drawingml/2006/main"/>
          <a:p xmlns:a="http://schemas.openxmlformats.org/drawingml/2006/main">
            <a:pPr algn="ctr">
              <a:lnSpc>
                <a:spcPct val="116000"/>
              </a:lnSpc>
              <a:buNone/>
              <a:defRPr sz="1725" b="1" i="0">
                <a:solidFill>
                  <a:srgbClr val="FFFFFF"/>
                </a:solidFill>
                <a:latin typeface="Noto Sans CJK TC"/>
                <a:ea typeface="Noto Sans CJK TC"/>
                <a:cs typeface="Noto Sans CJK TC"/>
              </a:defRPr>
            </a:pPr>
            <a:r>
              <a:rPr sz="1725" b="1" i="0">
                <a:solidFill>
                  <a:srgbClr val="FFFFFF"/>
                </a:solidFill>
                <a:latin typeface="Noto Sans CJK TC"/>
                <a:ea typeface="Noto Sans CJK TC"/>
                <a:cs typeface="Noto Sans CJK TC"/>
              </a:rPr>
              <a:t>出力</a:t>
            </a:r>
          </a:p>
        </p:txBody>
      </p:sp>
      <p:sp>
        <p:nvSpPr>
          <p:cNvPr id="27" name="">
            <a:extLst xmlns:a="http://schemas.openxmlformats.org/drawingml/2006/main">
              <a:ext uri="{FF2B5EF4-FFF2-40B4-BE49-F238E27FC236}">
                <a16:creationId xmlns:a16="http://schemas.microsoft.com/office/drawing/2014/main" id="{324FCF55-F899-41B5-BF07-9A1586D035F8}"/>
              </a:ext>
            </a:extLst>
          </p:cNvPr>
          <p:cNvSpPr>
            <a:spLocks xmlns:a="http://schemas.openxmlformats.org/drawingml/2006/main" noGrp="1"/>
          </p:cNvSpPr>
          <p:nvPr/>
        </p:nvSpPr>
        <p:spPr>
          <a:xfrm xmlns:a="http://schemas.openxmlformats.org/drawingml/2006/main">
            <a:off x="10877550" y="280035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19"/>
          </a:bodyPr>
          <a:lstStyle xmlns:a="http://schemas.openxmlformats.org/drawingml/2006/main"/>
          <a:p xmlns:a="http://schemas.openxmlformats.org/drawingml/2006/main">
            <a:pPr algn="ctr">
              <a:lnSpc>
                <a:spcPct val="116000"/>
              </a:lnSpc>
              <a:buNone/>
              <a:defRPr sz="1200" b="0" i="0">
                <a:solidFill>
                  <a:srgbClr val="C8D9EC"/>
                </a:solidFill>
                <a:latin typeface="Noto Sans CJK TC"/>
                <a:ea typeface="Noto Sans CJK TC"/>
                <a:cs typeface="Noto Sans CJK TC"/>
              </a:defRPr>
            </a:pPr>
            <a:r>
              <a:rPr sz="1200" b="0" i="0">
                <a:solidFill>
                  <a:srgbClr val="C8D9EC"/>
                </a:solidFill>
                <a:latin typeface="Noto Sans CJK TC"/>
                <a:ea typeface="Noto Sans CJK TC"/>
                <a:cs typeface="Noto Sans CJK TC"/>
              </a:rPr>
              <a:t>利用者に見える</a:t>
            </a:r>
          </a:p>
          <a:p xmlns:a="http://schemas.openxmlformats.org/drawingml/2006/main">
            <a:pPr algn="ctr">
              <a:lnSpc>
                <a:spcPct val="116000"/>
              </a:lnSpc>
              <a:buNone/>
              <a:defRPr sz="1200" b="0" i="0">
                <a:solidFill>
                  <a:srgbClr val="C8D9EC"/>
                </a:solidFill>
                <a:latin typeface="Noto Sans CJK TC"/>
                <a:ea typeface="Noto Sans CJK TC"/>
                <a:cs typeface="Noto Sans CJK TC"/>
              </a:defRPr>
            </a:pPr>
            <a:r>
              <a:rPr sz="1200" b="0" i="0">
                <a:solidFill>
                  <a:srgbClr val="C8D9EC"/>
                </a:solidFill>
                <a:latin typeface="Noto Sans CJK TC"/>
                <a:ea typeface="Noto Sans CJK TC"/>
                <a:cs typeface="Noto Sans CJK TC"/>
              </a:rPr>
              <a:t>応答</a:t>
            </a:r>
          </a:p>
        </p:txBody>
      </p:sp>
      <p:sp>
        <p:nvSpPr>
          <p:cNvPr id="28" name="">
            <a:extLst xmlns:a="http://schemas.openxmlformats.org/drawingml/2006/main">
              <a:ext uri="{FF2B5EF4-FFF2-40B4-BE49-F238E27FC236}">
                <a16:creationId xmlns:a16="http://schemas.microsoft.com/office/drawing/2014/main" id="{D5FF7482-4541-4279-876E-6C8D4B0B577C}"/>
              </a:ext>
            </a:extLst>
          </p:cNvPr>
          <p:cNvSpPr>
            <a:spLocks xmlns:a="http://schemas.openxmlformats.org/drawingml/2006/main" noGrp="1"/>
          </p:cNvSpPr>
          <p:nvPr/>
        </p:nvSpPr>
        <p:spPr>
          <a:xfrm xmlns:a="http://schemas.openxmlformats.org/drawingml/2006/main">
            <a:off x="495300" y="4000500"/>
            <a:ext cx="1118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75" b="1" i="0">
                <a:solidFill>
                  <a:srgbClr val="D75252"/>
                </a:solidFill>
                <a:latin typeface="Noto Sans CJK TC"/>
                <a:ea typeface="Noto Sans CJK TC"/>
                <a:cs typeface="Noto Sans CJK TC"/>
              </a:defRPr>
            </a:pPr>
            <a:r>
              <a:rPr sz="1275" b="1" i="0">
                <a:solidFill>
                  <a:srgbClr val="D75252"/>
                </a:solidFill>
                <a:latin typeface="Noto Sans CJK TC"/>
                <a:ea typeface="Noto Sans CJK TC"/>
                <a:cs typeface="Noto Sans CJK TC"/>
              </a:rPr>
              <a:t>工学上の分担は生物学的な脳ではない。初期スコアにも完全一致の対照がなく、次頁で「人らしさ」を証明できない理由を示す。</a:t>
            </a:r>
          </a:p>
        </p:txBody>
      </p:sp>
      <p:sp>
        <p:nvSpPr>
          <p:cNvPr id="29" name="">
            <a:extLst xmlns:a="http://schemas.openxmlformats.org/drawingml/2006/main">
              <a:ext uri="{FF2B5EF4-FFF2-40B4-BE49-F238E27FC236}">
                <a16:creationId xmlns:a16="http://schemas.microsoft.com/office/drawing/2014/main" id="{41B343A0-2E4C-48ED-A229-480CDFE1892F}"/>
              </a:ext>
            </a:extLst>
          </p:cNvPr>
          <p:cNvSpPr>
            <a:spLocks xmlns:a="http://schemas.openxmlformats.org/drawingml/2006/main" noGrp="1"/>
          </p:cNvSpPr>
          <p:nvPr/>
        </p:nvSpPr>
        <p:spPr>
          <a:xfrm xmlns:a="http://schemas.openxmlformats.org/drawingml/2006/main">
            <a:off x="685800" y="4514850"/>
            <a:ext cx="4953000" cy="1200150"/>
          </a:xfrm>
          <a:prstGeom xmlns:a="http://schemas.openxmlformats.org/drawingml/2006/main" prst="roundRect">
            <a:avLst>
              <a:gd name="adj" fmla="val 9524"/>
            </a:avLst>
          </a:prstGeom>
          <a:solidFill xmlns:a="http://schemas.openxmlformats.org/drawingml/2006/main">
            <a:srgbClr val="F7F8FA"/>
          </a:solidFill>
          <a:ln xmlns:a="http://schemas.openxmlformats.org/drawingml/2006/main" w="9525">
            <a:solidFill>
              <a:srgbClr val="DCE2EA"/>
            </a:solidFill>
            <a:prstDash val="solid"/>
          </a:ln>
        </p:spPr>
      </p:sp>
      <p:sp>
        <p:nvSpPr>
          <p:cNvPr id="30" name="">
            <a:extLst xmlns:a="http://schemas.openxmlformats.org/drawingml/2006/main">
              <a:ext uri="{FF2B5EF4-FFF2-40B4-BE49-F238E27FC236}">
                <a16:creationId xmlns:a16="http://schemas.microsoft.com/office/drawing/2014/main" id="{E2B5A59A-4BD3-4882-A028-FA099AF09AAD}"/>
              </a:ext>
            </a:extLst>
          </p:cNvPr>
          <p:cNvSpPr>
            <a:spLocks xmlns:a="http://schemas.openxmlformats.org/drawingml/2006/main" noGrp="1"/>
          </p:cNvSpPr>
          <p:nvPr/>
        </p:nvSpPr>
        <p:spPr>
          <a:xfrm xmlns:a="http://schemas.openxmlformats.org/drawingml/2006/main">
            <a:off x="914400" y="47053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3D8DFF"/>
                </a:solidFill>
                <a:latin typeface="Noto Sans CJK TC"/>
                <a:ea typeface="Noto Sans CJK TC"/>
                <a:cs typeface="Noto Sans CJK TC"/>
              </a:defRPr>
            </a:pPr>
            <a:r>
              <a:rPr sz="1500" b="1" i="0">
                <a:solidFill>
                  <a:srgbClr val="3D8DFF"/>
                </a:solidFill>
                <a:latin typeface="Noto Sans CJK TC"/>
                <a:ea typeface="Noto Sans CJK TC"/>
                <a:cs typeface="Noto Sans CJK TC"/>
              </a:rPr>
              <a:t>初期検証1｜ToMBench</a:t>
            </a:r>
          </a:p>
        </p:txBody>
      </p:sp>
      <p:sp>
        <p:nvSpPr>
          <p:cNvPr id="31" name="">
            <a:extLst xmlns:a="http://schemas.openxmlformats.org/drawingml/2006/main">
              <a:ext uri="{FF2B5EF4-FFF2-40B4-BE49-F238E27FC236}">
                <a16:creationId xmlns:a16="http://schemas.microsoft.com/office/drawing/2014/main" id="{110121BD-D3DA-47C2-9CF4-E7E37B71D257}"/>
              </a:ext>
            </a:extLst>
          </p:cNvPr>
          <p:cNvSpPr>
            <a:spLocks xmlns:a="http://schemas.openxmlformats.org/drawingml/2006/main" noGrp="1"/>
          </p:cNvSpPr>
          <p:nvPr/>
        </p:nvSpPr>
        <p:spPr>
          <a:xfrm xmlns:a="http://schemas.openxmlformats.org/drawingml/2006/main">
            <a:off x="914400" y="5095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0183"/>
          </a:bodyPr>
          <a:lstStyle xmlns:a="http://schemas.openxmlformats.org/drawingml/2006/main"/>
          <a:p xmlns:a="http://schemas.openxmlformats.org/drawingml/2006/main">
            <a:pPr algn="l">
              <a:lnSpc>
                <a:spcPct val="116000"/>
              </a:lnSpc>
              <a:buNone/>
              <a:defRPr sz="2025" b="1" i="0">
                <a:solidFill>
                  <a:srgbClr val="0B1220"/>
                </a:solidFill>
                <a:latin typeface="Noto Sans CJK TC"/>
                <a:ea typeface="Noto Sans CJK TC"/>
                <a:cs typeface="Noto Sans CJK TC"/>
              </a:defRPr>
            </a:pPr>
            <a:r>
              <a:rPr sz="2025" b="1" i="0">
                <a:solidFill>
                  <a:srgbClr val="0B1220"/>
                </a:solidFill>
                <a:latin typeface="Noto Sans CJK TC"/>
                <a:ea typeface="Noto Sans CJK TC"/>
                <a:cs typeface="Noto Sans CJK TC"/>
              </a:rPr>
              <a:t>UruhaBrain 97.5%｜旧版 約55%</a:t>
            </a:r>
          </a:p>
        </p:txBody>
      </p:sp>
      <p:sp>
        <p:nvSpPr>
          <p:cNvPr id="32" name="">
            <a:extLst xmlns:a="http://schemas.openxmlformats.org/drawingml/2006/main">
              <a:ext uri="{FF2B5EF4-FFF2-40B4-BE49-F238E27FC236}">
                <a16:creationId xmlns:a16="http://schemas.microsoft.com/office/drawing/2014/main" id="{BECAC188-B8D8-485F-856E-9CD7D1C5849A}"/>
              </a:ext>
            </a:extLst>
          </p:cNvPr>
          <p:cNvSpPr>
            <a:spLocks xmlns:a="http://schemas.openxmlformats.org/drawingml/2006/main" noGrp="1"/>
          </p:cNvSpPr>
          <p:nvPr/>
        </p:nvSpPr>
        <p:spPr>
          <a:xfrm xmlns:a="http://schemas.openxmlformats.org/drawingml/2006/main">
            <a:off x="914400" y="5467350"/>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283"/>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過去版は同一条件の対照ではない。97.5%にはsymbolic selectorも含まれる。</a:t>
            </a:r>
          </a:p>
        </p:txBody>
      </p:sp>
      <p:sp>
        <p:nvSpPr>
          <p:cNvPr id="33" name="">
            <a:extLst xmlns:a="http://schemas.openxmlformats.org/drawingml/2006/main">
              <a:ext uri="{FF2B5EF4-FFF2-40B4-BE49-F238E27FC236}">
                <a16:creationId xmlns:a16="http://schemas.microsoft.com/office/drawing/2014/main" id="{8A14AD79-005F-4BD4-9FC6-2BA1BDD42A43}"/>
              </a:ext>
            </a:extLst>
          </p:cNvPr>
          <p:cNvSpPr>
            <a:spLocks xmlns:a="http://schemas.openxmlformats.org/drawingml/2006/main" noGrp="1"/>
          </p:cNvSpPr>
          <p:nvPr/>
        </p:nvSpPr>
        <p:spPr>
          <a:xfrm xmlns:a="http://schemas.openxmlformats.org/drawingml/2006/main">
            <a:off x="6134100" y="4514850"/>
            <a:ext cx="4953000" cy="1200150"/>
          </a:xfrm>
          <a:prstGeom xmlns:a="http://schemas.openxmlformats.org/drawingml/2006/main" prst="roundRect">
            <a:avLst>
              <a:gd name="adj" fmla="val 9524"/>
            </a:avLst>
          </a:prstGeom>
          <a:solidFill xmlns:a="http://schemas.openxmlformats.org/drawingml/2006/main">
            <a:srgbClr val="F7F8FA"/>
          </a:solidFill>
          <a:ln xmlns:a="http://schemas.openxmlformats.org/drawingml/2006/main" w="9525">
            <a:solidFill>
              <a:srgbClr val="DCE2EA"/>
            </a:solidFill>
            <a:prstDash val="solid"/>
          </a:ln>
        </p:spPr>
      </p:sp>
      <p:sp>
        <p:nvSpPr>
          <p:cNvPr id="34" name="">
            <a:extLst xmlns:a="http://schemas.openxmlformats.org/drawingml/2006/main">
              <a:ext uri="{FF2B5EF4-FFF2-40B4-BE49-F238E27FC236}">
                <a16:creationId xmlns:a16="http://schemas.microsoft.com/office/drawing/2014/main" id="{EFD9B633-5B44-4F7F-943E-232AC7BADB27}"/>
              </a:ext>
            </a:extLst>
          </p:cNvPr>
          <p:cNvSpPr>
            <a:spLocks xmlns:a="http://schemas.openxmlformats.org/drawingml/2006/main" noGrp="1"/>
          </p:cNvSpPr>
          <p:nvPr/>
        </p:nvSpPr>
        <p:spPr>
          <a:xfrm xmlns:a="http://schemas.openxmlformats.org/drawingml/2006/main">
            <a:off x="6362700" y="47053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7C63D8"/>
                </a:solidFill>
                <a:latin typeface="Noto Sans CJK TC"/>
                <a:ea typeface="Noto Sans CJK TC"/>
                <a:cs typeface="Noto Sans CJK TC"/>
              </a:defRPr>
            </a:pPr>
            <a:r>
              <a:rPr sz="1500" b="1" i="0">
                <a:solidFill>
                  <a:srgbClr val="7C63D8"/>
                </a:solidFill>
                <a:latin typeface="Noto Sans CJK TC"/>
                <a:ea typeface="Noto Sans CJK TC"/>
                <a:cs typeface="Noto Sans CJK TC"/>
              </a:rPr>
              <a:t>初期検証2｜MPI形式 Big Five</a:t>
            </a:r>
          </a:p>
        </p:txBody>
      </p:sp>
      <p:sp>
        <p:nvSpPr>
          <p:cNvPr id="35" name="">
            <a:extLst xmlns:a="http://schemas.openxmlformats.org/drawingml/2006/main">
              <a:ext uri="{FF2B5EF4-FFF2-40B4-BE49-F238E27FC236}">
                <a16:creationId xmlns:a16="http://schemas.microsoft.com/office/drawing/2014/main" id="{3E11D892-598D-456A-9FA3-3F05C368CB98}"/>
              </a:ext>
            </a:extLst>
          </p:cNvPr>
          <p:cNvSpPr>
            <a:spLocks xmlns:a="http://schemas.openxmlformats.org/drawingml/2006/main" noGrp="1"/>
          </p:cNvSpPr>
          <p:nvPr/>
        </p:nvSpPr>
        <p:spPr>
          <a:xfrm xmlns:a="http://schemas.openxmlformats.org/drawingml/2006/main">
            <a:off x="6362700" y="509587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464"/>
          </a:bodyPr>
          <a:lstStyle xmlns:a="http://schemas.openxmlformats.org/drawingml/2006/main"/>
          <a:p xmlns:a="http://schemas.openxmlformats.org/drawingml/2006/main">
            <a:pPr algn="l">
              <a:lnSpc>
                <a:spcPct val="116000"/>
              </a:lnSpc>
              <a:buNone/>
              <a:defRPr sz="2025" b="1" i="0">
                <a:solidFill>
                  <a:srgbClr val="0B1220"/>
                </a:solidFill>
                <a:latin typeface="Noto Sans CJK TC"/>
                <a:ea typeface="Noto Sans CJK TC"/>
                <a:cs typeface="Noto Sans CJK TC"/>
              </a:defRPr>
            </a:pPr>
            <a:r>
              <a:rPr sz="2025" b="1" i="0">
                <a:solidFill>
                  <a:srgbClr val="0B1220"/>
                </a:solidFill>
                <a:latin typeface="Noto Sans CJK TC"/>
                <a:ea typeface="Noto Sans CJK TC"/>
                <a:cs typeface="Noto Sans CJK TC"/>
              </a:rPr>
              <a:t>0.7554｜対照未構築</a:t>
            </a:r>
          </a:p>
        </p:txBody>
      </p:sp>
      <p:sp>
        <p:nvSpPr>
          <p:cNvPr id="36" name="">
            <a:extLst xmlns:a="http://schemas.openxmlformats.org/drawingml/2006/main">
              <a:ext uri="{FF2B5EF4-FFF2-40B4-BE49-F238E27FC236}">
                <a16:creationId xmlns:a16="http://schemas.microsoft.com/office/drawing/2014/main" id="{A7263CC4-88BC-4A7C-BA5C-E5DAC9D1CF8F}"/>
              </a:ext>
            </a:extLst>
          </p:cNvPr>
          <p:cNvSpPr>
            <a:spLocks xmlns:a="http://schemas.openxmlformats.org/drawingml/2006/main" noGrp="1"/>
          </p:cNvSpPr>
          <p:nvPr/>
        </p:nvSpPr>
        <p:spPr>
          <a:xfrm xmlns:a="http://schemas.openxmlformats.org/drawingml/2006/main">
            <a:off x="6362700" y="5467350"/>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617"/>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回答の自己一貫性しか示せず、一般LLMより優れることや実在の人に近いことは証明できない。</a:t>
            </a:r>
          </a:p>
        </p:txBody>
      </p:sp>
    </p:spTree>
    <p:extLst>
      <p:ext uri="{BB962C8B-B14F-4D97-AF65-F5344CB8AC3E}">
        <p14:creationId xmlns:p14="http://schemas.microsoft.com/office/powerpoint/2010/main" val="155199639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BE88CA-ED6C-484E-8248-B1400CB72C46}"/>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従来の評価では目標に答えられなかった理由</a:t>
            </a:r>
          </a:p>
        </p:txBody>
      </p:sp>
      <p:sp>
        <p:nvSpPr>
          <p:cNvPr id="2" name="">
            <a:extLst xmlns:a="http://schemas.openxmlformats.org/drawingml/2006/main">
              <a:ext uri="{FF2B5EF4-FFF2-40B4-BE49-F238E27FC236}">
                <a16:creationId xmlns:a16="http://schemas.microsoft.com/office/drawing/2014/main" id="{01E50393-7C9B-4353-ABFA-73E3F66A972D}"/>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問題は点数ではなく、「ここから人間」という基準がないこと</a:t>
            </a:r>
          </a:p>
        </p:txBody>
      </p:sp>
      <p:sp>
        <p:nvSpPr>
          <p:cNvPr id="3" name="">
            <a:extLst xmlns:a="http://schemas.openxmlformats.org/drawingml/2006/main">
              <a:ext uri="{FF2B5EF4-FFF2-40B4-BE49-F238E27FC236}">
                <a16:creationId xmlns:a16="http://schemas.microsoft.com/office/drawing/2014/main" id="{0869F61A-67CC-47E1-B5AA-59986A6495A1}"/>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49E6C5B9-DCFD-45EA-9EE1-9C9A79D00C3F}"/>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04</a:t>
            </a:r>
          </a:p>
        </p:txBody>
      </p:sp>
      <p:sp>
        <p:nvSpPr>
          <p:cNvPr id="5" name="">
            <a:extLst xmlns:a="http://schemas.openxmlformats.org/drawingml/2006/main">
              <a:ext uri="{FF2B5EF4-FFF2-40B4-BE49-F238E27FC236}">
                <a16:creationId xmlns:a16="http://schemas.microsoft.com/office/drawing/2014/main" id="{B008E554-60AF-42F9-9452-1345365E9B60}"/>
              </a:ext>
            </a:extLst>
          </p:cNvPr>
          <p:cNvSpPr>
            <a:spLocks xmlns:a="http://schemas.openxmlformats.org/drawingml/2006/main" noGrp="1"/>
          </p:cNvSpPr>
          <p:nvPr/>
        </p:nvSpPr>
        <p:spPr>
          <a:xfrm xmlns:a="http://schemas.openxmlformats.org/drawingml/2006/main">
            <a:off x="571500" y="1676400"/>
            <a:ext cx="333375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CE2EA"/>
            </a:solidFill>
            <a:prstDash val="solid"/>
          </a:ln>
        </p:spPr>
      </p:sp>
      <p:sp>
        <p:nvSpPr>
          <p:cNvPr id="6" name="">
            <a:extLst xmlns:a="http://schemas.openxmlformats.org/drawingml/2006/main">
              <a:ext uri="{FF2B5EF4-FFF2-40B4-BE49-F238E27FC236}">
                <a16:creationId xmlns:a16="http://schemas.microsoft.com/office/drawing/2014/main" id="{DA8BD80D-3871-4294-8207-EAC0406AE472}"/>
              </a:ext>
            </a:extLst>
          </p:cNvPr>
          <p:cNvSpPr>
            <a:spLocks xmlns:a="http://schemas.openxmlformats.org/drawingml/2006/main" noGrp="1"/>
          </p:cNvSpPr>
          <p:nvPr/>
        </p:nvSpPr>
        <p:spPr>
          <a:xfrm xmlns:a="http://schemas.openxmlformats.org/drawingml/2006/main">
            <a:off x="800100" y="19431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ToMBench 97.5%</a:t>
            </a:r>
          </a:p>
        </p:txBody>
      </p:sp>
      <p:sp>
        <p:nvSpPr>
          <p:cNvPr id="7" name="">
            <a:extLst xmlns:a="http://schemas.openxmlformats.org/drawingml/2006/main">
              <a:ext uri="{FF2B5EF4-FFF2-40B4-BE49-F238E27FC236}">
                <a16:creationId xmlns:a16="http://schemas.microsoft.com/office/drawing/2014/main" id="{F04FCD37-B35D-4F6B-A8C2-DB02372B8A14}"/>
              </a:ext>
            </a:extLst>
          </p:cNvPr>
          <p:cNvSpPr>
            <a:spLocks xmlns:a="http://schemas.openxmlformats.org/drawingml/2006/main" noGrp="1"/>
          </p:cNvSpPr>
          <p:nvPr/>
        </p:nvSpPr>
        <p:spPr>
          <a:xfrm xmlns:a="http://schemas.openxmlformats.org/drawingml/2006/main">
            <a:off x="800100" y="2457450"/>
            <a:ext cx="28765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7EC9A1FE-818A-423B-8A56-D242233AEF69}"/>
              </a:ext>
            </a:extLst>
          </p:cNvPr>
          <p:cNvSpPr>
            <a:spLocks xmlns:a="http://schemas.openxmlformats.org/drawingml/2006/main" noGrp="1"/>
          </p:cNvSpPr>
          <p:nvPr/>
        </p:nvSpPr>
        <p:spPr>
          <a:xfrm xmlns:a="http://schemas.openxmlformats.org/drawingml/2006/main">
            <a:off x="838200" y="26860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81"/>
          </a:bodyPr>
          <a:lstStyle xmlns:a="http://schemas.openxmlformats.org/drawingml/2006/main"/>
          <a:p xmlns:a="http://schemas.openxmlformats.org/drawingml/2006/main">
            <a:pPr algn="ctr">
              <a:lnSpc>
                <a:spcPct val="116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この構成が多くの心的推論問題を解けるだけで、現実の対話全体は表さない。</a:t>
            </a:r>
          </a:p>
        </p:txBody>
      </p:sp>
      <p:sp>
        <p:nvSpPr>
          <p:cNvPr id="9" name="">
            <a:extLst xmlns:a="http://schemas.openxmlformats.org/drawingml/2006/main">
              <a:ext uri="{FF2B5EF4-FFF2-40B4-BE49-F238E27FC236}">
                <a16:creationId xmlns:a16="http://schemas.microsoft.com/office/drawing/2014/main" id="{4C40F74A-C88B-4CD8-91E0-4519124CB958}"/>
              </a:ext>
            </a:extLst>
          </p:cNvPr>
          <p:cNvSpPr>
            <a:spLocks xmlns:a="http://schemas.openxmlformats.org/drawingml/2006/main" noGrp="1"/>
          </p:cNvSpPr>
          <p:nvPr/>
        </p:nvSpPr>
        <p:spPr>
          <a:xfrm xmlns:a="http://schemas.openxmlformats.org/drawingml/2006/main">
            <a:off x="4419600" y="1676400"/>
            <a:ext cx="333375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CE2EA"/>
            </a:solidFill>
            <a:prstDash val="solid"/>
          </a:ln>
        </p:spPr>
      </p:sp>
      <p:sp>
        <p:nvSpPr>
          <p:cNvPr id="10" name="">
            <a:extLst xmlns:a="http://schemas.openxmlformats.org/drawingml/2006/main">
              <a:ext uri="{FF2B5EF4-FFF2-40B4-BE49-F238E27FC236}">
                <a16:creationId xmlns:a16="http://schemas.microsoft.com/office/drawing/2014/main" id="{9BEDA167-6E97-485A-A76B-10D6CC646BAD}"/>
              </a:ext>
            </a:extLst>
          </p:cNvPr>
          <p:cNvSpPr>
            <a:spLocks xmlns:a="http://schemas.openxmlformats.org/drawingml/2006/main" noGrp="1"/>
          </p:cNvSpPr>
          <p:nvPr/>
        </p:nvSpPr>
        <p:spPr>
          <a:xfrm xmlns:a="http://schemas.openxmlformats.org/drawingml/2006/main">
            <a:off x="4648200" y="19431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875" b="1" i="0">
                <a:solidFill>
                  <a:srgbClr val="7C63D8"/>
                </a:solidFill>
                <a:latin typeface="Noto Sans CJK TC"/>
                <a:ea typeface="Noto Sans CJK TC"/>
                <a:cs typeface="Noto Sans CJK TC"/>
              </a:defRPr>
            </a:pPr>
            <a:r>
              <a:rPr sz="1875" b="1" i="0">
                <a:solidFill>
                  <a:srgbClr val="7C63D8"/>
                </a:solidFill>
                <a:latin typeface="Noto Sans CJK TC"/>
                <a:ea typeface="Noto Sans CJK TC"/>
                <a:cs typeface="Noto Sans CJK TC"/>
              </a:rPr>
              <a:t>Big Five 0.7554</a:t>
            </a:r>
          </a:p>
        </p:txBody>
      </p:sp>
      <p:sp>
        <p:nvSpPr>
          <p:cNvPr id="11" name="">
            <a:extLst xmlns:a="http://schemas.openxmlformats.org/drawingml/2006/main">
              <a:ext uri="{FF2B5EF4-FFF2-40B4-BE49-F238E27FC236}">
                <a16:creationId xmlns:a16="http://schemas.microsoft.com/office/drawing/2014/main" id="{A4886BDB-0E74-45BF-A74F-5AF5620B5BAF}"/>
              </a:ext>
            </a:extLst>
          </p:cNvPr>
          <p:cNvSpPr>
            <a:spLocks xmlns:a="http://schemas.openxmlformats.org/drawingml/2006/main" noGrp="1"/>
          </p:cNvSpPr>
          <p:nvPr/>
        </p:nvSpPr>
        <p:spPr>
          <a:xfrm xmlns:a="http://schemas.openxmlformats.org/drawingml/2006/main">
            <a:off x="4648200" y="2457450"/>
            <a:ext cx="2876550" cy="28575"/>
          </a:xfrm>
          <a:prstGeom xmlns:a="http://schemas.openxmlformats.org/drawingml/2006/main" prst="rect">
            <a:avLst/>
          </a:prstGeom>
          <a:solidFill xmlns:a="http://schemas.openxmlformats.org/drawingml/2006/main">
            <a:srgbClr val="7C63D8"/>
          </a:solidFill>
          <a:ln xmlns:a="http://schemas.openxmlformats.org/drawingml/2006/main" w="0">
            <a:solidFill>
              <a:srgbClr val="7C63D8"/>
            </a:solidFill>
            <a:prstDash val="solid"/>
          </a:ln>
        </p:spPr>
      </p:sp>
      <p:sp>
        <p:nvSpPr>
          <p:cNvPr id="12" name="">
            <a:extLst xmlns:a="http://schemas.openxmlformats.org/drawingml/2006/main">
              <a:ext uri="{FF2B5EF4-FFF2-40B4-BE49-F238E27FC236}">
                <a16:creationId xmlns:a16="http://schemas.microsoft.com/office/drawing/2014/main" id="{FFD975C5-F4E8-4C56-8E73-C5F2A92BC140}"/>
              </a:ext>
            </a:extLst>
          </p:cNvPr>
          <p:cNvSpPr>
            <a:spLocks xmlns:a="http://schemas.openxmlformats.org/drawingml/2006/main" noGrp="1"/>
          </p:cNvSpPr>
          <p:nvPr/>
        </p:nvSpPr>
        <p:spPr>
          <a:xfrm xmlns:a="http://schemas.openxmlformats.org/drawingml/2006/main">
            <a:off x="4686300" y="26860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75"/>
          </a:bodyPr>
          <a:lstStyle xmlns:a="http://schemas.openxmlformats.org/drawingml/2006/main"/>
          <a:p xmlns:a="http://schemas.openxmlformats.org/drawingml/2006/main">
            <a:pPr algn="ctr">
              <a:lnSpc>
                <a:spcPct val="116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複数回答に一定の一貫性があるだけで、実在の人も人格はそれぞれ異なる。</a:t>
            </a:r>
          </a:p>
        </p:txBody>
      </p:sp>
      <p:sp>
        <p:nvSpPr>
          <p:cNvPr id="13" name="">
            <a:extLst xmlns:a="http://schemas.openxmlformats.org/drawingml/2006/main">
              <a:ext uri="{FF2B5EF4-FFF2-40B4-BE49-F238E27FC236}">
                <a16:creationId xmlns:a16="http://schemas.microsoft.com/office/drawing/2014/main" id="{A5E663BE-D3AF-40D6-8EED-46A292BC38DE}"/>
              </a:ext>
            </a:extLst>
          </p:cNvPr>
          <p:cNvSpPr>
            <a:spLocks xmlns:a="http://schemas.openxmlformats.org/drawingml/2006/main" noGrp="1"/>
          </p:cNvSpPr>
          <p:nvPr/>
        </p:nvSpPr>
        <p:spPr>
          <a:xfrm xmlns:a="http://schemas.openxmlformats.org/drawingml/2006/main">
            <a:off x="8267700" y="1676400"/>
            <a:ext cx="333375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CE2EA"/>
            </a:solidFill>
            <a:prstDash val="solid"/>
          </a:ln>
        </p:spPr>
      </p:sp>
      <p:sp>
        <p:nvSpPr>
          <p:cNvPr id="14" name="">
            <a:extLst xmlns:a="http://schemas.openxmlformats.org/drawingml/2006/main">
              <a:ext uri="{FF2B5EF4-FFF2-40B4-BE49-F238E27FC236}">
                <a16:creationId xmlns:a16="http://schemas.microsoft.com/office/drawing/2014/main" id="{3E0E2AEA-7D78-4CE2-ABFF-F972E272DF93}"/>
              </a:ext>
            </a:extLst>
          </p:cNvPr>
          <p:cNvSpPr>
            <a:spLocks xmlns:a="http://schemas.openxmlformats.org/drawingml/2006/main" noGrp="1"/>
          </p:cNvSpPr>
          <p:nvPr/>
        </p:nvSpPr>
        <p:spPr>
          <a:xfrm xmlns:a="http://schemas.openxmlformats.org/drawingml/2006/main">
            <a:off x="8496300" y="1943100"/>
            <a:ext cx="2876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自然対話／記憶</a:t>
            </a:r>
          </a:p>
        </p:txBody>
      </p:sp>
      <p:sp>
        <p:nvSpPr>
          <p:cNvPr id="15" name="">
            <a:extLst xmlns:a="http://schemas.openxmlformats.org/drawingml/2006/main">
              <a:ext uri="{FF2B5EF4-FFF2-40B4-BE49-F238E27FC236}">
                <a16:creationId xmlns:a16="http://schemas.microsoft.com/office/drawing/2014/main" id="{3B98D273-C7CE-46C9-8E14-6231782939CF}"/>
              </a:ext>
            </a:extLst>
          </p:cNvPr>
          <p:cNvSpPr>
            <a:spLocks xmlns:a="http://schemas.openxmlformats.org/drawingml/2006/main" noGrp="1"/>
          </p:cNvSpPr>
          <p:nvPr/>
        </p:nvSpPr>
        <p:spPr>
          <a:xfrm xmlns:a="http://schemas.openxmlformats.org/drawingml/2006/main">
            <a:off x="8496300" y="2457450"/>
            <a:ext cx="2876550" cy="28575"/>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16" name="">
            <a:extLst xmlns:a="http://schemas.openxmlformats.org/drawingml/2006/main">
              <a:ext uri="{FF2B5EF4-FFF2-40B4-BE49-F238E27FC236}">
                <a16:creationId xmlns:a16="http://schemas.microsoft.com/office/drawing/2014/main" id="{E54337A6-52AC-41B0-BEA0-297BE12AFC44}"/>
              </a:ext>
            </a:extLst>
          </p:cNvPr>
          <p:cNvSpPr>
            <a:spLocks xmlns:a="http://schemas.openxmlformats.org/drawingml/2006/main" noGrp="1"/>
          </p:cNvSpPr>
          <p:nvPr/>
        </p:nvSpPr>
        <p:spPr>
          <a:xfrm xmlns:a="http://schemas.openxmlformats.org/drawingml/2006/main">
            <a:off x="8534400" y="26860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一文や記憶方法が人らしくても、システム全体が人間だとは導けない。</a:t>
            </a:r>
          </a:p>
        </p:txBody>
      </p:sp>
      <p:sp>
        <p:nvSpPr>
          <p:cNvPr id="17" name="">
            <a:extLst xmlns:a="http://schemas.openxmlformats.org/drawingml/2006/main">
              <a:ext uri="{FF2B5EF4-FFF2-40B4-BE49-F238E27FC236}">
                <a16:creationId xmlns:a16="http://schemas.microsoft.com/office/drawing/2014/main" id="{9E8ABEE3-9A58-4B63-A475-0EFCA8893C08}"/>
              </a:ext>
            </a:extLst>
          </p:cNvPr>
          <p:cNvSpPr>
            <a:spLocks xmlns:a="http://schemas.openxmlformats.org/drawingml/2006/main" noGrp="1"/>
          </p:cNvSpPr>
          <p:nvPr/>
        </p:nvSpPr>
        <p:spPr>
          <a:xfrm xmlns:a="http://schemas.openxmlformats.org/drawingml/2006/main">
            <a:off x="895350" y="384810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650" b="1" i="0">
                <a:solidFill>
                  <a:srgbClr val="0B1220"/>
                </a:solidFill>
                <a:latin typeface="Noto Sans CJK TC"/>
                <a:ea typeface="Noto Sans CJK TC"/>
                <a:cs typeface="Noto Sans CJK TC"/>
              </a:defRPr>
            </a:pPr>
            <a:r>
              <a:rPr sz="1650" b="1" i="0">
                <a:solidFill>
                  <a:srgbClr val="0B1220"/>
                </a:solidFill>
                <a:latin typeface="Noto Sans CJK TC"/>
                <a:ea typeface="Noto Sans CJK TC"/>
                <a:cs typeface="Noto Sans CJK TC"/>
              </a:rPr>
              <a:t>人は文化・人格・記憶・状況・話し方が異なり、同じ発話にも複数の妥当な反応があり得る。</a:t>
            </a:r>
          </a:p>
        </p:txBody>
      </p:sp>
      <p:sp>
        <p:nvSpPr>
          <p:cNvPr id="18" name="">
            <a:extLst xmlns:a="http://schemas.openxmlformats.org/drawingml/2006/main">
              <a:ext uri="{FF2B5EF4-FFF2-40B4-BE49-F238E27FC236}">
                <a16:creationId xmlns:a16="http://schemas.microsoft.com/office/drawing/2014/main" id="{37EDB93E-A32F-40C5-A10E-3B6784C1DA93}"/>
              </a:ext>
            </a:extLst>
          </p:cNvPr>
          <p:cNvSpPr>
            <a:spLocks xmlns:a="http://schemas.openxmlformats.org/drawingml/2006/main" noGrp="1"/>
          </p:cNvSpPr>
          <p:nvPr/>
        </p:nvSpPr>
        <p:spPr>
          <a:xfrm xmlns:a="http://schemas.openxmlformats.org/drawingml/2006/main">
            <a:off x="933450" y="4457700"/>
            <a:ext cx="10325100" cy="666750"/>
          </a:xfrm>
          <a:prstGeom xmlns:a="http://schemas.openxmlformats.org/drawingml/2006/main" prst="roundRect">
            <a:avLst>
              <a:gd name="adj" fmla="val 17143"/>
            </a:avLst>
          </a:prstGeom>
          <a:solidFill xmlns:a="http://schemas.openxmlformats.org/drawingml/2006/main">
            <a:srgbClr val="FDECEC"/>
          </a:solidFill>
          <a:ln xmlns:a="http://schemas.openxmlformats.org/drawingml/2006/main" w="9525">
            <a:solidFill>
              <a:srgbClr val="F3C3C3"/>
            </a:solidFill>
            <a:prstDash val="solid"/>
          </a:ln>
        </p:spPr>
      </p:sp>
      <p:sp>
        <p:nvSpPr>
          <p:cNvPr id="19" name="">
            <a:extLst xmlns:a="http://schemas.openxmlformats.org/drawingml/2006/main">
              <a:ext uri="{FF2B5EF4-FFF2-40B4-BE49-F238E27FC236}">
                <a16:creationId xmlns:a16="http://schemas.microsoft.com/office/drawing/2014/main" id="{3DA1C2B8-F76D-4890-8686-2ED47B51EB3E}"/>
              </a:ext>
            </a:extLst>
          </p:cNvPr>
          <p:cNvSpPr>
            <a:spLocks xmlns:a="http://schemas.openxmlformats.org/drawingml/2006/main" noGrp="1"/>
          </p:cNvSpPr>
          <p:nvPr/>
        </p:nvSpPr>
        <p:spPr>
          <a:xfrm xmlns:a="http://schemas.openxmlformats.org/drawingml/2006/main">
            <a:off x="1200150" y="4638675"/>
            <a:ext cx="979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725" b="1" i="0">
                <a:solidFill>
                  <a:srgbClr val="D75252"/>
                </a:solidFill>
                <a:latin typeface="Noto Sans CJK TC"/>
                <a:ea typeface="Noto Sans CJK TC"/>
                <a:cs typeface="Noto Sans CJK TC"/>
              </a:defRPr>
            </a:pPr>
            <a:r>
              <a:rPr sz="1725" b="1" i="0">
                <a:solidFill>
                  <a:srgbClr val="D75252"/>
                </a:solidFill>
                <a:latin typeface="Noto Sans CJK TC"/>
                <a:ea typeface="Noto Sans CJK TC"/>
                <a:cs typeface="Noto Sans CJK TC"/>
              </a:rPr>
              <a:t>したがって「人らしいか」は、安定して再現・確認・反証できる単一の研究変数ではない。</a:t>
            </a:r>
          </a:p>
        </p:txBody>
      </p:sp>
      <p:sp>
        <p:nvSpPr>
          <p:cNvPr id="20" name="">
            <a:extLst xmlns:a="http://schemas.openxmlformats.org/drawingml/2006/main">
              <a:ext uri="{FF2B5EF4-FFF2-40B4-BE49-F238E27FC236}">
                <a16:creationId xmlns:a16="http://schemas.microsoft.com/office/drawing/2014/main" id="{8328DE56-21B6-4805-8D97-B86793C222DF}"/>
              </a:ext>
            </a:extLst>
          </p:cNvPr>
          <p:cNvSpPr>
            <a:spLocks xmlns:a="http://schemas.openxmlformats.org/drawingml/2006/main" noGrp="1"/>
          </p:cNvSpPr>
          <p:nvPr/>
        </p:nvSpPr>
        <p:spPr>
          <a:xfrm xmlns:a="http://schemas.openxmlformats.org/drawingml/2006/main">
            <a:off x="4762500" y="5429250"/>
            <a:ext cx="97155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1" name="">
            <a:extLst xmlns:a="http://schemas.openxmlformats.org/drawingml/2006/main">
              <a:ext uri="{FF2B5EF4-FFF2-40B4-BE49-F238E27FC236}">
                <a16:creationId xmlns:a16="http://schemas.microsoft.com/office/drawing/2014/main" id="{67468D48-3460-468B-9401-0FB3927D8A6D}"/>
              </a:ext>
            </a:extLst>
          </p:cNvPr>
          <p:cNvSpPr>
            <a:spLocks xmlns:a="http://schemas.openxmlformats.org/drawingml/2006/main" noGrp="1"/>
          </p:cNvSpPr>
          <p:nvPr/>
        </p:nvSpPr>
        <p:spPr>
          <a:xfrm xmlns:a="http://schemas.openxmlformats.org/drawingml/2006/main">
            <a:off x="5638800" y="52768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22" name="">
            <a:extLst xmlns:a="http://schemas.openxmlformats.org/drawingml/2006/main">
              <a:ext uri="{FF2B5EF4-FFF2-40B4-BE49-F238E27FC236}">
                <a16:creationId xmlns:a16="http://schemas.microsoft.com/office/drawing/2014/main" id="{019C58AC-B451-494E-A6D1-39673A7315B5}"/>
              </a:ext>
            </a:extLst>
          </p:cNvPr>
          <p:cNvSpPr>
            <a:spLocks xmlns:a="http://schemas.openxmlformats.org/drawingml/2006/main" noGrp="1"/>
          </p:cNvSpPr>
          <p:nvPr/>
        </p:nvSpPr>
        <p:spPr>
          <a:xfrm xmlns:a="http://schemas.openxmlformats.org/drawingml/2006/main">
            <a:off x="2571750" y="5314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500" b="1" i="0">
                <a:solidFill>
                  <a:srgbClr val="3D8DFF"/>
                </a:solidFill>
                <a:latin typeface="Noto Sans CJK TC"/>
                <a:ea typeface="Noto Sans CJK TC"/>
                <a:cs typeface="Noto Sans CJK TC"/>
              </a:defRPr>
            </a:pPr>
            <a:r>
              <a:rPr sz="1500" b="1" i="0">
                <a:solidFill>
                  <a:srgbClr val="3D8DFF"/>
                </a:solidFill>
                <a:latin typeface="Noto Sans CJK TC"/>
                <a:ea typeface="Noto Sans CJK TC"/>
                <a:cs typeface="Noto Sans CJK TC"/>
              </a:rPr>
              <a:t>そこで問いを変えた</a:t>
            </a:r>
          </a:p>
        </p:txBody>
      </p:sp>
      <p:sp>
        <p:nvSpPr>
          <p:cNvPr id="23" name="">
            <a:extLst xmlns:a="http://schemas.openxmlformats.org/drawingml/2006/main">
              <a:ext uri="{FF2B5EF4-FFF2-40B4-BE49-F238E27FC236}">
                <a16:creationId xmlns:a16="http://schemas.microsoft.com/office/drawing/2014/main" id="{B0B5BBDF-8926-4632-A2FE-CAD00CD20977}"/>
              </a:ext>
            </a:extLst>
          </p:cNvPr>
          <p:cNvSpPr>
            <a:spLocks xmlns:a="http://schemas.openxmlformats.org/drawingml/2006/main" noGrp="1"/>
          </p:cNvSpPr>
          <p:nvPr/>
        </p:nvSpPr>
        <p:spPr>
          <a:xfrm xmlns:a="http://schemas.openxmlformats.org/drawingml/2006/main">
            <a:off x="6096000" y="5267325"/>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875" b="1" i="0">
                <a:solidFill>
                  <a:srgbClr val="35A56F"/>
                </a:solidFill>
                <a:latin typeface="Noto Sans CJK TC"/>
                <a:ea typeface="Noto Sans CJK TC"/>
                <a:cs typeface="Noto Sans CJK TC"/>
              </a:defRPr>
            </a:pPr>
            <a:r>
              <a:rPr sz="1875" b="1" i="0">
                <a:solidFill>
                  <a:srgbClr val="35A56F"/>
                </a:solidFill>
                <a:latin typeface="Noto Sans CJK TC"/>
                <a:ea typeface="Noto Sans CJK TC"/>
                <a:cs typeface="Noto Sans CJK TC"/>
              </a:rPr>
              <a:t>未知行動予測を改善する中間機構は？</a:t>
            </a:r>
          </a:p>
        </p:txBody>
      </p:sp>
      <p:sp>
        <p:nvSpPr>
          <p:cNvPr id="24" name="">
            <a:extLst xmlns:a="http://schemas.openxmlformats.org/drawingml/2006/main">
              <a:ext uri="{FF2B5EF4-FFF2-40B4-BE49-F238E27FC236}">
                <a16:creationId xmlns:a16="http://schemas.microsoft.com/office/drawing/2014/main" id="{7DEDC27A-8E02-44F1-AB96-674FF594DD25}"/>
              </a:ext>
            </a:extLst>
          </p:cNvPr>
          <p:cNvSpPr>
            <a:spLocks xmlns:a="http://schemas.openxmlformats.org/drawingml/2006/main" noGrp="1"/>
          </p:cNvSpPr>
          <p:nvPr/>
        </p:nvSpPr>
        <p:spPr>
          <a:xfrm xmlns:a="http://schemas.openxmlformats.org/drawingml/2006/main">
            <a:off x="857250" y="59817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これが従来研究からM1–M15へ移った直接の理由である。</a:t>
            </a:r>
          </a:p>
        </p:txBody>
      </p:sp>
    </p:spTree>
    <p:extLst>
      <p:ext uri="{BB962C8B-B14F-4D97-AF65-F5344CB8AC3E}">
        <p14:creationId xmlns:p14="http://schemas.microsoft.com/office/powerpoint/2010/main" val="619112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C9AE00A-7DDA-43E0-A237-CE00195FC1CC}"/>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人全体から、検証可能な一器官へ</a:t>
            </a:r>
          </a:p>
        </p:txBody>
      </p:sp>
      <p:sp>
        <p:nvSpPr>
          <p:cNvPr id="2" name="">
            <a:extLst xmlns:a="http://schemas.openxmlformats.org/drawingml/2006/main">
              <a:ext uri="{FF2B5EF4-FFF2-40B4-BE49-F238E27FC236}">
                <a16:creationId xmlns:a16="http://schemas.microsoft.com/office/drawing/2014/main" id="{7E36784E-CC27-4BBE-A701-5296E37A06FA}"/>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「人全体」を直接測れないため、まず元の左脳理解器官を選んだ</a:t>
            </a:r>
          </a:p>
        </p:txBody>
      </p:sp>
      <p:sp>
        <p:nvSpPr>
          <p:cNvPr id="3" name="">
            <a:extLst xmlns:a="http://schemas.openxmlformats.org/drawingml/2006/main">
              <a:ext uri="{FF2B5EF4-FFF2-40B4-BE49-F238E27FC236}">
                <a16:creationId xmlns:a16="http://schemas.microsoft.com/office/drawing/2014/main" id="{F9737CB7-B24B-4FCD-82B7-B9987D0DAAC6}"/>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445B07EE-3E52-4EC3-A6E4-9472F2F6E2E6}"/>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05</a:t>
            </a:r>
          </a:p>
        </p:txBody>
      </p:sp>
      <p:sp>
        <p:nvSpPr>
          <p:cNvPr id="5" name="">
            <a:extLst xmlns:a="http://schemas.openxmlformats.org/drawingml/2006/main">
              <a:ext uri="{FF2B5EF4-FFF2-40B4-BE49-F238E27FC236}">
                <a16:creationId xmlns:a16="http://schemas.microsoft.com/office/drawing/2014/main" id="{D523815B-9025-47F8-ABAB-D276D015FAA3}"/>
              </a:ext>
            </a:extLst>
          </p:cNvPr>
          <p:cNvSpPr>
            <a:spLocks xmlns:a="http://schemas.openxmlformats.org/drawingml/2006/main" noGrp="1"/>
          </p:cNvSpPr>
          <p:nvPr/>
        </p:nvSpPr>
        <p:spPr>
          <a:xfrm xmlns:a="http://schemas.openxmlformats.org/drawingml/2006/main">
            <a:off x="2914650" y="2733675"/>
            <a:ext cx="381000" cy="19050"/>
          </a:xfrm>
          <a:prstGeom xmlns:a="http://schemas.openxmlformats.org/drawingml/2006/main" prst="rect">
            <a:avLst/>
          </a:prstGeom>
          <a:solidFill xmlns:a="http://schemas.openxmlformats.org/drawingml/2006/main">
            <a:srgbClr val="D75252"/>
          </a:solidFill>
          <a:ln xmlns:a="http://schemas.openxmlformats.org/drawingml/2006/main" w="0">
            <a:solidFill>
              <a:srgbClr val="D75252"/>
            </a:solidFill>
            <a:prstDash val="solid"/>
          </a:ln>
        </p:spPr>
      </p:sp>
      <p:sp>
        <p:nvSpPr>
          <p:cNvPr id="6" name="">
            <a:extLst xmlns:a="http://schemas.openxmlformats.org/drawingml/2006/main">
              <a:ext uri="{FF2B5EF4-FFF2-40B4-BE49-F238E27FC236}">
                <a16:creationId xmlns:a16="http://schemas.microsoft.com/office/drawing/2014/main" id="{F1A1D0B7-7CFC-4A46-896B-2B7E11B53937}"/>
              </a:ext>
            </a:extLst>
          </p:cNvPr>
          <p:cNvSpPr>
            <a:spLocks xmlns:a="http://schemas.openxmlformats.org/drawingml/2006/main" noGrp="1"/>
          </p:cNvSpPr>
          <p:nvPr/>
        </p:nvSpPr>
        <p:spPr>
          <a:xfrm xmlns:a="http://schemas.openxmlformats.org/drawingml/2006/main">
            <a:off x="3200400" y="25812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D75252"/>
                </a:solidFill>
                <a:latin typeface="Noto Sans CJK TC"/>
                <a:ea typeface="Noto Sans CJK TC"/>
                <a:cs typeface="Noto Sans CJK TC"/>
              </a:defRPr>
            </a:pPr>
            <a:r>
              <a:rPr sz="1875" b="1" i="0">
                <a:solidFill>
                  <a:srgbClr val="D75252"/>
                </a:solidFill>
                <a:latin typeface="Noto Sans CJK TC"/>
                <a:ea typeface="Noto Sans CJK TC"/>
                <a:cs typeface="Noto Sans CJK TC"/>
              </a:rPr>
              <a:t>→</a:t>
            </a:r>
          </a:p>
        </p:txBody>
      </p:sp>
      <p:sp>
        <p:nvSpPr>
          <p:cNvPr id="7" name="">
            <a:extLst xmlns:a="http://schemas.openxmlformats.org/drawingml/2006/main">
              <a:ext uri="{FF2B5EF4-FFF2-40B4-BE49-F238E27FC236}">
                <a16:creationId xmlns:a16="http://schemas.microsoft.com/office/drawing/2014/main" id="{184BD0DD-704F-488F-9980-639A65EB32E2}"/>
              </a:ext>
            </a:extLst>
          </p:cNvPr>
          <p:cNvSpPr>
            <a:spLocks xmlns:a="http://schemas.openxmlformats.org/drawingml/2006/main" noGrp="1"/>
          </p:cNvSpPr>
          <p:nvPr/>
        </p:nvSpPr>
        <p:spPr>
          <a:xfrm xmlns:a="http://schemas.openxmlformats.org/drawingml/2006/main">
            <a:off x="5772150" y="2733675"/>
            <a:ext cx="3810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C65D7240-F968-4C27-BF0C-E53B932ACCF6}"/>
              </a:ext>
            </a:extLst>
          </p:cNvPr>
          <p:cNvSpPr>
            <a:spLocks xmlns:a="http://schemas.openxmlformats.org/drawingml/2006/main" noGrp="1"/>
          </p:cNvSpPr>
          <p:nvPr/>
        </p:nvSpPr>
        <p:spPr>
          <a:xfrm xmlns:a="http://schemas.openxmlformats.org/drawingml/2006/main">
            <a:off x="6057900" y="25812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9" name="">
            <a:extLst xmlns:a="http://schemas.openxmlformats.org/drawingml/2006/main">
              <a:ext uri="{FF2B5EF4-FFF2-40B4-BE49-F238E27FC236}">
                <a16:creationId xmlns:a16="http://schemas.microsoft.com/office/drawing/2014/main" id="{C69BD8ED-C06D-48BC-BD2A-B8E61D0E44D4}"/>
              </a:ext>
            </a:extLst>
          </p:cNvPr>
          <p:cNvSpPr>
            <a:spLocks xmlns:a="http://schemas.openxmlformats.org/drawingml/2006/main" noGrp="1"/>
          </p:cNvSpPr>
          <p:nvPr/>
        </p:nvSpPr>
        <p:spPr>
          <a:xfrm xmlns:a="http://schemas.openxmlformats.org/drawingml/2006/main">
            <a:off x="8629650" y="2733675"/>
            <a:ext cx="3810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1208638B-A8E0-47E4-920E-06680F9DBBDC}"/>
              </a:ext>
            </a:extLst>
          </p:cNvPr>
          <p:cNvSpPr>
            <a:spLocks xmlns:a="http://schemas.openxmlformats.org/drawingml/2006/main" noGrp="1"/>
          </p:cNvSpPr>
          <p:nvPr/>
        </p:nvSpPr>
        <p:spPr>
          <a:xfrm xmlns:a="http://schemas.openxmlformats.org/drawingml/2006/main">
            <a:off x="8915400" y="25812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1" name="">
            <a:extLst xmlns:a="http://schemas.openxmlformats.org/drawingml/2006/main">
              <a:ext uri="{FF2B5EF4-FFF2-40B4-BE49-F238E27FC236}">
                <a16:creationId xmlns:a16="http://schemas.microsoft.com/office/drawing/2014/main" id="{5E9875FF-D27E-4DEA-A8B3-824CD5343C82}"/>
              </a:ext>
            </a:extLst>
          </p:cNvPr>
          <p:cNvSpPr>
            <a:spLocks xmlns:a="http://schemas.openxmlformats.org/drawingml/2006/main" noGrp="1"/>
          </p:cNvSpPr>
          <p:nvPr/>
        </p:nvSpPr>
        <p:spPr>
          <a:xfrm xmlns:a="http://schemas.openxmlformats.org/drawingml/2006/main">
            <a:off x="552450" y="1809750"/>
            <a:ext cx="2362200" cy="1695450"/>
          </a:xfrm>
          <a:prstGeom xmlns:a="http://schemas.openxmlformats.org/drawingml/2006/main" prst="roundRect">
            <a:avLst>
              <a:gd name="adj" fmla="val 6742"/>
            </a:avLst>
          </a:prstGeom>
          <a:solidFill xmlns:a="http://schemas.openxmlformats.org/drawingml/2006/main">
            <a:srgbClr val="EAF5FB"/>
          </a:solidFill>
          <a:ln xmlns:a="http://schemas.openxmlformats.org/drawingml/2006/main" w="9525">
            <a:solidFill>
              <a:srgbClr val="7C63D8"/>
            </a:solidFill>
            <a:prstDash val="solid"/>
          </a:ln>
        </p:spPr>
      </p:sp>
      <p:sp>
        <p:nvSpPr>
          <p:cNvPr id="12" name="">
            <a:extLst xmlns:a="http://schemas.openxmlformats.org/drawingml/2006/main">
              <a:ext uri="{FF2B5EF4-FFF2-40B4-BE49-F238E27FC236}">
                <a16:creationId xmlns:a16="http://schemas.microsoft.com/office/drawing/2014/main" id="{9C0118BC-4CC0-477B-A45D-D0B449FAD911}"/>
              </a:ext>
            </a:extLst>
          </p:cNvPr>
          <p:cNvSpPr>
            <a:spLocks xmlns:a="http://schemas.openxmlformats.org/drawingml/2006/main" noGrp="1"/>
          </p:cNvSpPr>
          <p:nvPr/>
        </p:nvSpPr>
        <p:spPr>
          <a:xfrm xmlns:a="http://schemas.openxmlformats.org/drawingml/2006/main">
            <a:off x="742950" y="2047875"/>
            <a:ext cx="1981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ctr">
              <a:lnSpc>
                <a:spcPct val="116000"/>
              </a:lnSpc>
              <a:buNone/>
              <a:defRPr sz="1725" b="1" i="0">
                <a:solidFill>
                  <a:srgbClr val="7C63D8"/>
                </a:solidFill>
                <a:latin typeface="Noto Sans CJK TC"/>
                <a:ea typeface="Noto Sans CJK TC"/>
                <a:cs typeface="Noto Sans CJK TC"/>
              </a:defRPr>
            </a:pPr>
            <a:r>
              <a:rPr sz="1725" b="1" i="0">
                <a:solidFill>
                  <a:srgbClr val="7C63D8"/>
                </a:solidFill>
                <a:latin typeface="Noto Sans CJK TC"/>
                <a:ea typeface="Noto Sans CJK TC"/>
                <a:cs typeface="Noto Sans CJK TC"/>
              </a:rPr>
              <a:t>元の全体構成</a:t>
            </a:r>
          </a:p>
        </p:txBody>
      </p:sp>
      <p:sp>
        <p:nvSpPr>
          <p:cNvPr id="13" name="">
            <a:extLst xmlns:a="http://schemas.openxmlformats.org/drawingml/2006/main">
              <a:ext uri="{FF2B5EF4-FFF2-40B4-BE49-F238E27FC236}">
                <a16:creationId xmlns:a16="http://schemas.microsoft.com/office/drawing/2014/main" id="{F1BD8180-560D-4FCC-AC1C-D893776E7F10}"/>
              </a:ext>
            </a:extLst>
          </p:cNvPr>
          <p:cNvSpPr>
            <a:spLocks xmlns:a="http://schemas.openxmlformats.org/drawingml/2006/main" noGrp="1"/>
          </p:cNvSpPr>
          <p:nvPr/>
        </p:nvSpPr>
        <p:spPr>
          <a:xfrm xmlns:a="http://schemas.openxmlformats.org/drawingml/2006/main">
            <a:off x="781050" y="2581275"/>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左脳理解 → 記憶／状態</a:t>
            </a:r>
          </a:p>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 反応計画 → 右脳発話</a:t>
            </a:r>
          </a:p>
        </p:txBody>
      </p:sp>
      <p:sp>
        <p:nvSpPr>
          <p:cNvPr id="14" name="">
            <a:extLst xmlns:a="http://schemas.openxmlformats.org/drawingml/2006/main">
              <a:ext uri="{FF2B5EF4-FFF2-40B4-BE49-F238E27FC236}">
                <a16:creationId xmlns:a16="http://schemas.microsoft.com/office/drawing/2014/main" id="{B9A4B9A5-8D8C-477B-9BD6-FC972FF58BC4}"/>
              </a:ext>
            </a:extLst>
          </p:cNvPr>
          <p:cNvSpPr>
            <a:spLocks xmlns:a="http://schemas.openxmlformats.org/drawingml/2006/main" noGrp="1"/>
          </p:cNvSpPr>
          <p:nvPr/>
        </p:nvSpPr>
        <p:spPr>
          <a:xfrm xmlns:a="http://schemas.openxmlformats.org/drawingml/2006/main">
            <a:off x="3409950" y="1809750"/>
            <a:ext cx="2362200" cy="1695450"/>
          </a:xfrm>
          <a:prstGeom xmlns:a="http://schemas.openxmlformats.org/drawingml/2006/main" prst="roundRect">
            <a:avLst>
              <a:gd name="adj" fmla="val 6742"/>
            </a:avLst>
          </a:prstGeom>
          <a:solidFill xmlns:a="http://schemas.openxmlformats.org/drawingml/2006/main">
            <a:srgbClr val="FDECEC"/>
          </a:solidFill>
          <a:ln xmlns:a="http://schemas.openxmlformats.org/drawingml/2006/main" w="9525">
            <a:solidFill>
              <a:srgbClr val="D75252"/>
            </a:solidFill>
            <a:prstDash val="solid"/>
          </a:ln>
        </p:spPr>
      </p:sp>
      <p:sp>
        <p:nvSpPr>
          <p:cNvPr id="15" name="">
            <a:extLst xmlns:a="http://schemas.openxmlformats.org/drawingml/2006/main">
              <a:ext uri="{FF2B5EF4-FFF2-40B4-BE49-F238E27FC236}">
                <a16:creationId xmlns:a16="http://schemas.microsoft.com/office/drawing/2014/main" id="{605B9F54-BE40-4AA7-B70D-1443E4FD4EF8}"/>
              </a:ext>
            </a:extLst>
          </p:cNvPr>
          <p:cNvSpPr>
            <a:spLocks xmlns:a="http://schemas.openxmlformats.org/drawingml/2006/main" noGrp="1"/>
          </p:cNvSpPr>
          <p:nvPr/>
        </p:nvSpPr>
        <p:spPr>
          <a:xfrm xmlns:a="http://schemas.openxmlformats.org/drawingml/2006/main">
            <a:off x="3600450" y="2047875"/>
            <a:ext cx="1981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ctr">
              <a:lnSpc>
                <a:spcPct val="116000"/>
              </a:lnSpc>
              <a:buNone/>
              <a:defRPr sz="1725" b="1" i="0">
                <a:solidFill>
                  <a:srgbClr val="D75252"/>
                </a:solidFill>
                <a:latin typeface="Noto Sans CJK TC"/>
                <a:ea typeface="Noto Sans CJK TC"/>
                <a:cs typeface="Noto Sans CJK TC"/>
              </a:defRPr>
            </a:pPr>
            <a:r>
              <a:rPr sz="1725" b="1" i="0">
                <a:solidFill>
                  <a:srgbClr val="D75252"/>
                </a:solidFill>
                <a:latin typeface="Noto Sans CJK TC"/>
                <a:ea typeface="Noto Sans CJK TC"/>
                <a:cs typeface="Noto Sans CJK TC"/>
              </a:rPr>
              <a:t>最初にどこを測る？</a:t>
            </a:r>
          </a:p>
        </p:txBody>
      </p:sp>
      <p:sp>
        <p:nvSpPr>
          <p:cNvPr id="16" name="">
            <a:extLst xmlns:a="http://schemas.openxmlformats.org/drawingml/2006/main">
              <a:ext uri="{FF2B5EF4-FFF2-40B4-BE49-F238E27FC236}">
                <a16:creationId xmlns:a16="http://schemas.microsoft.com/office/drawing/2014/main" id="{C5110882-56C8-40C9-895F-D09D813C652F}"/>
              </a:ext>
            </a:extLst>
          </p:cNvPr>
          <p:cNvSpPr>
            <a:spLocks xmlns:a="http://schemas.openxmlformats.org/drawingml/2006/main" noGrp="1"/>
          </p:cNvSpPr>
          <p:nvPr/>
        </p:nvSpPr>
        <p:spPr>
          <a:xfrm xmlns:a="http://schemas.openxmlformats.org/drawingml/2006/main">
            <a:off x="3638550" y="2581275"/>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49"/>
          </a:bodyPr>
          <a:lstStyle xmlns:a="http://schemas.openxmlformats.org/drawingml/2006/main"/>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まず左脳が対象・意図・</a:t>
            </a:r>
          </a:p>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文脈を正しく理解するか測る</a:t>
            </a:r>
          </a:p>
        </p:txBody>
      </p:sp>
      <p:sp>
        <p:nvSpPr>
          <p:cNvPr id="17" name="">
            <a:extLst xmlns:a="http://schemas.openxmlformats.org/drawingml/2006/main">
              <a:ext uri="{FF2B5EF4-FFF2-40B4-BE49-F238E27FC236}">
                <a16:creationId xmlns:a16="http://schemas.microsoft.com/office/drawing/2014/main" id="{4AEB8CCE-BBCA-47B6-8BD7-7E74DBFCC48D}"/>
              </a:ext>
            </a:extLst>
          </p:cNvPr>
          <p:cNvSpPr>
            <a:spLocks xmlns:a="http://schemas.openxmlformats.org/drawingml/2006/main" noGrp="1"/>
          </p:cNvSpPr>
          <p:nvPr/>
        </p:nvSpPr>
        <p:spPr>
          <a:xfrm xmlns:a="http://schemas.openxmlformats.org/drawingml/2006/main">
            <a:off x="6267450" y="1809750"/>
            <a:ext cx="2362200" cy="1695450"/>
          </a:xfrm>
          <a:prstGeom xmlns:a="http://schemas.openxmlformats.org/drawingml/2006/main" prst="roundRect">
            <a:avLst>
              <a:gd name="adj" fmla="val 6742"/>
            </a:avLst>
          </a:prstGeom>
          <a:solidFill xmlns:a="http://schemas.openxmlformats.org/drawingml/2006/main">
            <a:srgbClr val="EAF5FB"/>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29FF8FAF-7305-4369-9B9F-C64FFC7897BA}"/>
              </a:ext>
            </a:extLst>
          </p:cNvPr>
          <p:cNvSpPr>
            <a:spLocks xmlns:a="http://schemas.openxmlformats.org/drawingml/2006/main" noGrp="1"/>
          </p:cNvSpPr>
          <p:nvPr/>
        </p:nvSpPr>
        <p:spPr>
          <a:xfrm xmlns:a="http://schemas.openxmlformats.org/drawingml/2006/main">
            <a:off x="6457950" y="2047875"/>
            <a:ext cx="1981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ctr">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なぜ最初に測る？</a:t>
            </a:r>
          </a:p>
        </p:txBody>
      </p:sp>
      <p:sp>
        <p:nvSpPr>
          <p:cNvPr id="19" name="">
            <a:extLst xmlns:a="http://schemas.openxmlformats.org/drawingml/2006/main">
              <a:ext uri="{FF2B5EF4-FFF2-40B4-BE49-F238E27FC236}">
                <a16:creationId xmlns:a16="http://schemas.microsoft.com/office/drawing/2014/main" id="{F9B286D3-7329-4854-8FB8-511721B6C9E3}"/>
              </a:ext>
            </a:extLst>
          </p:cNvPr>
          <p:cNvSpPr>
            <a:spLocks xmlns:a="http://schemas.openxmlformats.org/drawingml/2006/main" noGrp="1"/>
          </p:cNvSpPr>
          <p:nvPr/>
        </p:nvSpPr>
        <p:spPr>
          <a:xfrm xmlns:a="http://schemas.openxmlformats.org/drawingml/2006/main">
            <a:off x="6496050" y="2581275"/>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514"/>
          </a:bodyPr>
          <a:lstStyle xmlns:a="http://schemas.openxmlformats.org/drawingml/2006/main"/>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理解を誤ると記憶と反応も誤り、</a:t>
            </a:r>
          </a:p>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右脳は誤答を流暢にするだけになる</a:t>
            </a:r>
          </a:p>
        </p:txBody>
      </p:sp>
      <p:sp>
        <p:nvSpPr>
          <p:cNvPr id="20" name="">
            <a:extLst xmlns:a="http://schemas.openxmlformats.org/drawingml/2006/main">
              <a:ext uri="{FF2B5EF4-FFF2-40B4-BE49-F238E27FC236}">
                <a16:creationId xmlns:a16="http://schemas.microsoft.com/office/drawing/2014/main" id="{513DC283-8143-4D49-B979-66C4C174EE2A}"/>
              </a:ext>
            </a:extLst>
          </p:cNvPr>
          <p:cNvSpPr>
            <a:spLocks xmlns:a="http://schemas.openxmlformats.org/drawingml/2006/main" noGrp="1"/>
          </p:cNvSpPr>
          <p:nvPr/>
        </p:nvSpPr>
        <p:spPr>
          <a:xfrm xmlns:a="http://schemas.openxmlformats.org/drawingml/2006/main">
            <a:off x="9124950" y="1809750"/>
            <a:ext cx="2362200" cy="1695450"/>
          </a:xfrm>
          <a:prstGeom xmlns:a="http://schemas.openxmlformats.org/drawingml/2006/main" prst="roundRect">
            <a:avLst>
              <a:gd name="adj" fmla="val 6742"/>
            </a:avLst>
          </a:prstGeom>
          <a:solidFill xmlns:a="http://schemas.openxmlformats.org/drawingml/2006/main">
            <a:srgbClr val="E8F7EF"/>
          </a:solidFill>
          <a:ln xmlns:a="http://schemas.openxmlformats.org/drawingml/2006/main" w="9525">
            <a:solidFill>
              <a:srgbClr val="35A56F"/>
            </a:solidFill>
            <a:prstDash val="solid"/>
          </a:ln>
        </p:spPr>
      </p:sp>
      <p:sp>
        <p:nvSpPr>
          <p:cNvPr id="21" name="">
            <a:extLst xmlns:a="http://schemas.openxmlformats.org/drawingml/2006/main">
              <a:ext uri="{FF2B5EF4-FFF2-40B4-BE49-F238E27FC236}">
                <a16:creationId xmlns:a16="http://schemas.microsoft.com/office/drawing/2014/main" id="{0B4608C6-10A0-43B4-B281-1F4BC0506CA0}"/>
              </a:ext>
            </a:extLst>
          </p:cNvPr>
          <p:cNvSpPr>
            <a:spLocks xmlns:a="http://schemas.openxmlformats.org/drawingml/2006/main" noGrp="1"/>
          </p:cNvSpPr>
          <p:nvPr/>
        </p:nvSpPr>
        <p:spPr>
          <a:xfrm xmlns:a="http://schemas.openxmlformats.org/drawingml/2006/main">
            <a:off x="9315450" y="2047875"/>
            <a:ext cx="1981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ctr">
              <a:lnSpc>
                <a:spcPct val="116000"/>
              </a:lnSpc>
              <a:buNone/>
              <a:defRPr sz="1725" b="1" i="0">
                <a:solidFill>
                  <a:srgbClr val="35A56F"/>
                </a:solidFill>
                <a:latin typeface="Noto Sans CJK TC"/>
                <a:ea typeface="Noto Sans CJK TC"/>
                <a:cs typeface="Noto Sans CJK TC"/>
              </a:defRPr>
            </a:pPr>
            <a:r>
              <a:rPr sz="1725" b="1" i="0">
                <a:solidFill>
                  <a:srgbClr val="35A56F"/>
                </a:solidFill>
                <a:latin typeface="Noto Sans CJK TC"/>
                <a:ea typeface="Noto Sans CJK TC"/>
                <a:cs typeface="Noto Sans CJK TC"/>
              </a:rPr>
              <a:t>反証可能な問い</a:t>
            </a:r>
          </a:p>
        </p:txBody>
      </p:sp>
      <p:sp>
        <p:nvSpPr>
          <p:cNvPr id="22" name="">
            <a:extLst xmlns:a="http://schemas.openxmlformats.org/drawingml/2006/main">
              <a:ext uri="{FF2B5EF4-FFF2-40B4-BE49-F238E27FC236}">
                <a16:creationId xmlns:a16="http://schemas.microsoft.com/office/drawing/2014/main" id="{7184CD2D-E5FA-4ED4-83A9-75C344D747EE}"/>
              </a:ext>
            </a:extLst>
          </p:cNvPr>
          <p:cNvSpPr>
            <a:spLocks xmlns:a="http://schemas.openxmlformats.org/drawingml/2006/main" noGrp="1"/>
          </p:cNvSpPr>
          <p:nvPr/>
        </p:nvSpPr>
        <p:spPr>
          <a:xfrm xmlns:a="http://schemas.openxmlformats.org/drawingml/2006/main">
            <a:off x="9353550" y="2581275"/>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125"/>
          </a:bodyPr>
          <a:lstStyle xmlns:a="http://schemas.openxmlformats.org/drawingml/2006/main"/>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モデルと問題を固定し、左脳の</a:t>
            </a:r>
          </a:p>
          <a:p xmlns:a="http://schemas.openxmlformats.org/drawingml/2006/main">
            <a:pPr algn="ctr">
              <a:lnSpc>
                <a:spcPct val="120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理解手順だけ替えると正答率は上がるか？</a:t>
            </a:r>
          </a:p>
        </p:txBody>
      </p:sp>
      <p:sp>
        <p:nvSpPr>
          <p:cNvPr id="23" name="">
            <a:extLst xmlns:a="http://schemas.openxmlformats.org/drawingml/2006/main">
              <a:ext uri="{FF2B5EF4-FFF2-40B4-BE49-F238E27FC236}">
                <a16:creationId xmlns:a16="http://schemas.microsoft.com/office/drawing/2014/main" id="{7897ACFD-DF01-4FD4-9058-33F40C4C66C9}"/>
              </a:ext>
            </a:extLst>
          </p:cNvPr>
          <p:cNvSpPr>
            <a:spLocks xmlns:a="http://schemas.openxmlformats.org/drawingml/2006/main" noGrp="1"/>
          </p:cNvSpPr>
          <p:nvPr/>
        </p:nvSpPr>
        <p:spPr>
          <a:xfrm xmlns:a="http://schemas.openxmlformats.org/drawingml/2006/main">
            <a:off x="666750" y="39433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左脳理解が後続経路を変える</a:t>
            </a:r>
          </a:p>
        </p:txBody>
      </p:sp>
      <p:sp>
        <p:nvSpPr>
          <p:cNvPr id="24" name="">
            <a:extLst xmlns:a="http://schemas.openxmlformats.org/drawingml/2006/main">
              <a:ext uri="{FF2B5EF4-FFF2-40B4-BE49-F238E27FC236}">
                <a16:creationId xmlns:a16="http://schemas.microsoft.com/office/drawing/2014/main" id="{A39CF002-BAF7-4635-8C22-0BC337304FD6}"/>
              </a:ext>
            </a:extLst>
          </p:cNvPr>
          <p:cNvSpPr>
            <a:spLocks xmlns:a="http://schemas.openxmlformats.org/drawingml/2006/main" noGrp="1"/>
          </p:cNvSpPr>
          <p:nvPr/>
        </p:nvSpPr>
        <p:spPr>
          <a:xfrm xmlns:a="http://schemas.openxmlformats.org/drawingml/2006/main">
            <a:off x="666750" y="4419600"/>
            <a:ext cx="10858500" cy="1009650"/>
          </a:xfrm>
          <a:prstGeom xmlns:a="http://schemas.openxmlformats.org/drawingml/2006/main" prst="roundRect">
            <a:avLst>
              <a:gd name="adj" fmla="val 11321"/>
            </a:avLst>
          </a:prstGeom>
          <a:solidFill xmlns:a="http://schemas.openxmlformats.org/drawingml/2006/main">
            <a:srgbClr val="F7F8FA"/>
          </a:solidFill>
          <a:ln xmlns:a="http://schemas.openxmlformats.org/drawingml/2006/main" w="9525">
            <a:solidFill>
              <a:srgbClr val="DCE2EA"/>
            </a:solidFill>
            <a:prstDash val="solid"/>
          </a:ln>
        </p:spPr>
      </p:sp>
      <p:sp>
        <p:nvSpPr>
          <p:cNvPr id="25" name="">
            <a:extLst xmlns:a="http://schemas.openxmlformats.org/drawingml/2006/main">
              <a:ext uri="{FF2B5EF4-FFF2-40B4-BE49-F238E27FC236}">
                <a16:creationId xmlns:a16="http://schemas.microsoft.com/office/drawing/2014/main" id="{43F89D4F-6A5D-4EFC-9164-1AD95C87E4AC}"/>
              </a:ext>
            </a:extLst>
          </p:cNvPr>
          <p:cNvSpPr>
            <a:spLocks xmlns:a="http://schemas.openxmlformats.org/drawingml/2006/main" noGrp="1"/>
          </p:cNvSpPr>
          <p:nvPr/>
        </p:nvSpPr>
        <p:spPr>
          <a:xfrm xmlns:a="http://schemas.openxmlformats.org/drawingml/2006/main">
            <a:off x="933450" y="4619625"/>
            <a:ext cx="110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35A56F"/>
                </a:solidFill>
                <a:latin typeface="Noto Sans CJK TC"/>
                <a:ea typeface="Noto Sans CJK TC"/>
                <a:cs typeface="Noto Sans CJK TC"/>
              </a:defRPr>
            </a:pPr>
            <a:r>
              <a:rPr sz="1500" b="1" i="0">
                <a:solidFill>
                  <a:srgbClr val="35A56F"/>
                </a:solidFill>
                <a:latin typeface="Noto Sans CJK TC"/>
                <a:ea typeface="Noto Sans CJK TC"/>
                <a:cs typeface="Noto Sans CJK TC"/>
              </a:rPr>
              <a:t>正しい理解</a:t>
            </a:r>
          </a:p>
        </p:txBody>
      </p:sp>
      <p:sp>
        <p:nvSpPr>
          <p:cNvPr id="26" name="">
            <a:extLst xmlns:a="http://schemas.openxmlformats.org/drawingml/2006/main">
              <a:ext uri="{FF2B5EF4-FFF2-40B4-BE49-F238E27FC236}">
                <a16:creationId xmlns:a16="http://schemas.microsoft.com/office/drawing/2014/main" id="{710520C7-C24B-4713-B4CC-44F804F64F51}"/>
              </a:ext>
            </a:extLst>
          </p:cNvPr>
          <p:cNvSpPr>
            <a:spLocks xmlns:a="http://schemas.openxmlformats.org/drawingml/2006/main" noGrp="1"/>
          </p:cNvSpPr>
          <p:nvPr/>
        </p:nvSpPr>
        <p:spPr>
          <a:xfrm xmlns:a="http://schemas.openxmlformats.org/drawingml/2006/main">
            <a:off x="2095500" y="46196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25"/>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there → closet、2つの物品は別</a:t>
            </a:r>
          </a:p>
        </p:txBody>
      </p:sp>
      <p:sp>
        <p:nvSpPr>
          <p:cNvPr id="27" name="">
            <a:extLst xmlns:a="http://schemas.openxmlformats.org/drawingml/2006/main">
              <a:ext uri="{FF2B5EF4-FFF2-40B4-BE49-F238E27FC236}">
                <a16:creationId xmlns:a16="http://schemas.microsoft.com/office/drawing/2014/main" id="{DFE10A48-F8DE-461C-AFA6-963177FC2565}"/>
              </a:ext>
            </a:extLst>
          </p:cNvPr>
          <p:cNvSpPr>
            <a:spLocks xmlns:a="http://schemas.openxmlformats.org/drawingml/2006/main" noGrp="1"/>
          </p:cNvSpPr>
          <p:nvPr/>
        </p:nvSpPr>
        <p:spPr>
          <a:xfrm xmlns:a="http://schemas.openxmlformats.org/drawingml/2006/main">
            <a:off x="4438650" y="4581525"/>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43"/>
          </a:bodyPr>
          <a:lstStyle xmlns:a="http://schemas.openxmlformats.org/drawingml/2006/main"/>
          <a:p xmlns:a="http://schemas.openxmlformats.org/drawingml/2006/main">
            <a:pPr algn="ctr">
              <a:lnSpc>
                <a:spcPct val="116000"/>
              </a:lnSpc>
              <a:buNone/>
              <a:defRPr sz="1950" b="1" i="0">
                <a:solidFill>
                  <a:srgbClr val="3D8DFF"/>
                </a:solidFill>
                <a:latin typeface="Noto Sans CJK TC"/>
                <a:ea typeface="Noto Sans CJK TC"/>
                <a:cs typeface="Noto Sans CJK TC"/>
              </a:defRPr>
            </a:pPr>
            <a:r>
              <a:rPr sz="1950" b="1" i="0">
                <a:solidFill>
                  <a:srgbClr val="3D8DFF"/>
                </a:solidFill>
                <a:latin typeface="Noto Sans CJK TC"/>
                <a:ea typeface="Noto Sans CJK TC"/>
                <a:cs typeface="Noto Sans CJK TC"/>
              </a:rPr>
              <a:t>→</a:t>
            </a:r>
          </a:p>
        </p:txBody>
      </p:sp>
      <p:sp>
        <p:nvSpPr>
          <p:cNvPr id="28" name="">
            <a:extLst xmlns:a="http://schemas.openxmlformats.org/drawingml/2006/main">
              <a:ext uri="{FF2B5EF4-FFF2-40B4-BE49-F238E27FC236}">
                <a16:creationId xmlns:a16="http://schemas.microsoft.com/office/drawing/2014/main" id="{A4FD8EA6-9BCF-4E3E-A6E2-9B7824C48F8B}"/>
              </a:ext>
            </a:extLst>
          </p:cNvPr>
          <p:cNvSpPr>
            <a:spLocks xmlns:a="http://schemas.openxmlformats.org/drawingml/2006/main" noGrp="1"/>
          </p:cNvSpPr>
          <p:nvPr/>
        </p:nvSpPr>
        <p:spPr>
          <a:xfrm xmlns:a="http://schemas.openxmlformats.org/drawingml/2006/main">
            <a:off x="4914900" y="4619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検索と推論を本当の対象broccoliに合わせる</a:t>
            </a:r>
          </a:p>
        </p:txBody>
      </p:sp>
      <p:sp>
        <p:nvSpPr>
          <p:cNvPr id="29" name="">
            <a:extLst xmlns:a="http://schemas.openxmlformats.org/drawingml/2006/main">
              <a:ext uri="{FF2B5EF4-FFF2-40B4-BE49-F238E27FC236}">
                <a16:creationId xmlns:a16="http://schemas.microsoft.com/office/drawing/2014/main" id="{FB08F197-EFAA-418D-AE63-B44EBFFA02D6}"/>
              </a:ext>
            </a:extLst>
          </p:cNvPr>
          <p:cNvSpPr>
            <a:spLocks xmlns:a="http://schemas.openxmlformats.org/drawingml/2006/main" noGrp="1"/>
          </p:cNvSpPr>
          <p:nvPr/>
        </p:nvSpPr>
        <p:spPr>
          <a:xfrm xmlns:a="http://schemas.openxmlformats.org/drawingml/2006/main">
            <a:off x="933450" y="5048250"/>
            <a:ext cx="110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D75252"/>
                </a:solidFill>
                <a:latin typeface="Noto Sans CJK TC"/>
                <a:ea typeface="Noto Sans CJK TC"/>
                <a:cs typeface="Noto Sans CJK TC"/>
              </a:defRPr>
            </a:pPr>
            <a:r>
              <a:rPr sz="1500" b="1" i="0">
                <a:solidFill>
                  <a:srgbClr val="D75252"/>
                </a:solidFill>
                <a:latin typeface="Noto Sans CJK TC"/>
                <a:ea typeface="Noto Sans CJK TC"/>
                <a:cs typeface="Noto Sans CJK TC"/>
              </a:rPr>
              <a:t>誤った理解</a:t>
            </a:r>
          </a:p>
        </p:txBody>
      </p:sp>
      <p:sp>
        <p:nvSpPr>
          <p:cNvPr id="30" name="">
            <a:extLst xmlns:a="http://schemas.openxmlformats.org/drawingml/2006/main">
              <a:ext uri="{FF2B5EF4-FFF2-40B4-BE49-F238E27FC236}">
                <a16:creationId xmlns:a16="http://schemas.microsoft.com/office/drawing/2014/main" id="{77BEBAB4-1D3E-4C63-BE2E-AA096F5D901D}"/>
              </a:ext>
            </a:extLst>
          </p:cNvPr>
          <p:cNvSpPr>
            <a:spLocks xmlns:a="http://schemas.openxmlformats.org/drawingml/2006/main" noGrp="1"/>
          </p:cNvSpPr>
          <p:nvPr/>
        </p:nvSpPr>
        <p:spPr>
          <a:xfrm xmlns:a="http://schemas.openxmlformats.org/drawingml/2006/main">
            <a:off x="2095500" y="50482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236"/>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場所の指示と物品の同一性を混同する</a:t>
            </a:r>
          </a:p>
        </p:txBody>
      </p:sp>
      <p:sp>
        <p:nvSpPr>
          <p:cNvPr id="31" name="">
            <a:extLst xmlns:a="http://schemas.openxmlformats.org/drawingml/2006/main">
              <a:ext uri="{FF2B5EF4-FFF2-40B4-BE49-F238E27FC236}">
                <a16:creationId xmlns:a16="http://schemas.microsoft.com/office/drawing/2014/main" id="{C800D929-CDF2-454D-BA44-9C825ED1194F}"/>
              </a:ext>
            </a:extLst>
          </p:cNvPr>
          <p:cNvSpPr>
            <a:spLocks xmlns:a="http://schemas.openxmlformats.org/drawingml/2006/main" noGrp="1"/>
          </p:cNvSpPr>
          <p:nvPr/>
        </p:nvSpPr>
        <p:spPr>
          <a:xfrm xmlns:a="http://schemas.openxmlformats.org/drawingml/2006/main">
            <a:off x="4438650" y="5010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43"/>
          </a:bodyPr>
          <a:lstStyle xmlns:a="http://schemas.openxmlformats.org/drawingml/2006/main"/>
          <a:p xmlns:a="http://schemas.openxmlformats.org/drawingml/2006/main">
            <a:pPr algn="ctr">
              <a:lnSpc>
                <a:spcPct val="116000"/>
              </a:lnSpc>
              <a:buNone/>
              <a:defRPr sz="1950" b="1" i="0">
                <a:solidFill>
                  <a:srgbClr val="3D8DFF"/>
                </a:solidFill>
                <a:latin typeface="Noto Sans CJK TC"/>
                <a:ea typeface="Noto Sans CJK TC"/>
                <a:cs typeface="Noto Sans CJK TC"/>
              </a:defRPr>
            </a:pPr>
            <a:r>
              <a:rPr sz="1950" b="1" i="0">
                <a:solidFill>
                  <a:srgbClr val="3D8DFF"/>
                </a:solidFill>
                <a:latin typeface="Noto Sans CJK TC"/>
                <a:ea typeface="Noto Sans CJK TC"/>
                <a:cs typeface="Noto Sans CJK TC"/>
              </a:rPr>
              <a:t>→</a:t>
            </a:r>
          </a:p>
        </p:txBody>
      </p:sp>
      <p:sp>
        <p:nvSpPr>
          <p:cNvPr id="32" name="">
            <a:extLst xmlns:a="http://schemas.openxmlformats.org/drawingml/2006/main">
              <a:ext uri="{FF2B5EF4-FFF2-40B4-BE49-F238E27FC236}">
                <a16:creationId xmlns:a16="http://schemas.microsoft.com/office/drawing/2014/main" id="{D107B3CA-3204-46F8-AA94-02C38FD37040}"/>
              </a:ext>
            </a:extLst>
          </p:cNvPr>
          <p:cNvSpPr>
            <a:spLocks xmlns:a="http://schemas.openxmlformats.org/drawingml/2006/main" noGrp="1"/>
          </p:cNvSpPr>
          <p:nvPr/>
        </p:nvSpPr>
        <p:spPr>
          <a:xfrm xmlns:a="http://schemas.openxmlformats.org/drawingml/2006/main">
            <a:off x="4914900" y="50482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後段で推論しても、別の対象に答え得る</a:t>
            </a:r>
          </a:p>
        </p:txBody>
      </p:sp>
      <p:sp>
        <p:nvSpPr>
          <p:cNvPr id="33" name="">
            <a:extLst xmlns:a="http://schemas.openxmlformats.org/drawingml/2006/main">
              <a:ext uri="{FF2B5EF4-FFF2-40B4-BE49-F238E27FC236}">
                <a16:creationId xmlns:a16="http://schemas.microsoft.com/office/drawing/2014/main" id="{A78A78F3-AF77-4AEE-AF1F-AE6A99BF999E}"/>
              </a:ext>
            </a:extLst>
          </p:cNvPr>
          <p:cNvSpPr>
            <a:spLocks xmlns:a="http://schemas.openxmlformats.org/drawingml/2006/main" noGrp="1"/>
          </p:cNvSpPr>
          <p:nvPr/>
        </p:nvSpPr>
        <p:spPr>
          <a:xfrm xmlns:a="http://schemas.openxmlformats.org/drawingml/2006/main">
            <a:off x="666750" y="5895975"/>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425" b="1" i="0">
                <a:solidFill>
                  <a:srgbClr val="0B1220"/>
                </a:solidFill>
                <a:latin typeface="Noto Sans CJK TC"/>
                <a:ea typeface="Noto Sans CJK TC"/>
                <a:cs typeface="Noto Sans CJK TC"/>
              </a:defRPr>
            </a:pPr>
            <a:r>
              <a:rPr sz="1425" b="1" i="0">
                <a:solidFill>
                  <a:srgbClr val="0B1220"/>
                </a:solidFill>
                <a:latin typeface="Noto Sans CJK TC"/>
                <a:ea typeface="Noto Sans CJK TC"/>
                <a:cs typeface="Noto Sans CJK TC"/>
              </a:rPr>
              <a:t>PUBは突然の方向転換ではない。元の構成にある「左脳理解」だけを切り出して検証する。</a:t>
            </a:r>
          </a:p>
        </p:txBody>
      </p:sp>
    </p:spTree>
    <p:extLst>
      <p:ext uri="{BB962C8B-B14F-4D97-AF65-F5344CB8AC3E}">
        <p14:creationId xmlns:p14="http://schemas.microsoft.com/office/powerpoint/2010/main" val="158015923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965BC8-25DF-4CFA-862C-9C248E74F31E}"/>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実際のトレースに見る左脳器官</a:t>
            </a:r>
          </a:p>
        </p:txBody>
      </p:sp>
      <p:sp>
        <p:nvSpPr>
          <p:cNvPr id="2" name="">
            <a:extLst xmlns:a="http://schemas.openxmlformats.org/drawingml/2006/main">
              <a:ext uri="{FF2B5EF4-FFF2-40B4-BE49-F238E27FC236}">
                <a16:creationId xmlns:a16="http://schemas.microsoft.com/office/drawing/2014/main" id="{8B287CB7-CCA4-4F63-AB9C-389892949C84}"/>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まず日常対話で、左脳理解器官が何を出力すべきか定義する</a:t>
            </a:r>
          </a:p>
        </p:txBody>
      </p:sp>
      <p:sp>
        <p:nvSpPr>
          <p:cNvPr id="3" name="">
            <a:extLst xmlns:a="http://schemas.openxmlformats.org/drawingml/2006/main">
              <a:ext uri="{FF2B5EF4-FFF2-40B4-BE49-F238E27FC236}">
                <a16:creationId xmlns:a16="http://schemas.microsoft.com/office/drawing/2014/main" id="{53D161BB-3D6D-45EA-99C7-7EE9C771BA85}"/>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D761B9A2-BB3C-42FB-B3E4-FFAE42275AE7}"/>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06</a:t>
            </a:r>
          </a:p>
        </p:txBody>
      </p:sp>
      <p:sp>
        <p:nvSpPr>
          <p:cNvPr id="5" name="">
            <a:extLst xmlns:a="http://schemas.openxmlformats.org/drawingml/2006/main">
              <a:ext uri="{FF2B5EF4-FFF2-40B4-BE49-F238E27FC236}">
                <a16:creationId xmlns:a16="http://schemas.microsoft.com/office/drawing/2014/main" id="{DCBA8AE4-F4F6-47AB-B0BF-B7E2BC74617C}"/>
              </a:ext>
            </a:extLst>
          </p:cNvPr>
          <p:cNvSpPr>
            <a:spLocks xmlns:a="http://schemas.openxmlformats.org/drawingml/2006/main" noGrp="1"/>
          </p:cNvSpPr>
          <p:nvPr/>
        </p:nvSpPr>
        <p:spPr>
          <a:xfrm xmlns:a="http://schemas.openxmlformats.org/drawingml/2006/main">
            <a:off x="609600" y="1409700"/>
            <a:ext cx="10972800" cy="552450"/>
          </a:xfrm>
          <a:prstGeom xmlns:a="http://schemas.openxmlformats.org/drawingml/2006/main" prst="roundRect">
            <a:avLst>
              <a:gd name="adj" fmla="val 20690"/>
            </a:avLst>
          </a:prstGeom>
          <a:solidFill xmlns:a="http://schemas.openxmlformats.org/drawingml/2006/main">
            <a:srgbClr val="101D31"/>
          </a:solidFill>
          <a:ln xmlns:a="http://schemas.openxmlformats.org/drawingml/2006/main" w="9525">
            <a:solidFill>
              <a:srgbClr val="101D31"/>
            </a:solidFill>
            <a:prstDash val="solid"/>
          </a:ln>
        </p:spPr>
      </p:sp>
      <p:sp>
        <p:nvSpPr>
          <p:cNvPr id="6" name="">
            <a:extLst xmlns:a="http://schemas.openxmlformats.org/drawingml/2006/main">
              <a:ext uri="{FF2B5EF4-FFF2-40B4-BE49-F238E27FC236}">
                <a16:creationId xmlns:a16="http://schemas.microsoft.com/office/drawing/2014/main" id="{EDA3A248-33B0-4005-B920-5EC3B5F30593}"/>
              </a:ext>
            </a:extLst>
          </p:cNvPr>
          <p:cNvSpPr>
            <a:spLocks xmlns:a="http://schemas.openxmlformats.org/drawingml/2006/main" noGrp="1"/>
          </p:cNvSpPr>
          <p:nvPr/>
        </p:nvSpPr>
        <p:spPr>
          <a:xfrm xmlns:a="http://schemas.openxmlformats.org/drawingml/2006/main">
            <a:off x="838200" y="1552575"/>
            <a:ext cx="1051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03"/>
          </a:bodyPr>
          <a:lstStyle xmlns:a="http://schemas.openxmlformats.org/drawingml/2006/main"/>
          <a:p xmlns:a="http://schemas.openxmlformats.org/drawingml/2006/main">
            <a:pPr algn="ctr">
              <a:lnSpc>
                <a:spcPct val="116000"/>
              </a:lnSpc>
              <a:buNone/>
              <a:defRPr sz="1725" b="1" i="0">
                <a:solidFill>
                  <a:srgbClr val="FFFFFF"/>
                </a:solidFill>
                <a:latin typeface="Noto Sans CJK TC"/>
                <a:ea typeface="Noto Sans CJK TC"/>
                <a:cs typeface="Noto Sans CJK TC"/>
              </a:defRPr>
            </a:pPr>
            <a:r>
              <a:rPr sz="1725" b="1" i="0">
                <a:solidFill>
                  <a:srgbClr val="FFFFFF"/>
                </a:solidFill>
                <a:latin typeface="Noto Sans CJK TC"/>
                <a:ea typeface="Noto Sans CJK TC"/>
                <a:cs typeface="Noto Sans CJK TC"/>
              </a:rPr>
              <a:t>入力：朝からずっと落ち着かなくて、頭の中が止まらない。</a:t>
            </a:r>
          </a:p>
        </p:txBody>
      </p:sp>
      <p:sp>
        <p:nvSpPr>
          <p:cNvPr id="7" name="">
            <a:extLst xmlns:a="http://schemas.openxmlformats.org/drawingml/2006/main">
              <a:ext uri="{FF2B5EF4-FFF2-40B4-BE49-F238E27FC236}">
                <a16:creationId xmlns:a16="http://schemas.microsoft.com/office/drawing/2014/main" id="{141716B4-A251-4522-87FD-7377E84913C4}"/>
              </a:ext>
            </a:extLst>
          </p:cNvPr>
          <p:cNvSpPr>
            <a:spLocks xmlns:a="http://schemas.openxmlformats.org/drawingml/2006/main" noGrp="1"/>
          </p:cNvSpPr>
          <p:nvPr/>
        </p:nvSpPr>
        <p:spPr>
          <a:xfrm xmlns:a="http://schemas.openxmlformats.org/drawingml/2006/main">
            <a:off x="704850" y="2190750"/>
            <a:ext cx="10782300" cy="476250"/>
          </a:xfrm>
          <a:prstGeom xmlns:a="http://schemas.openxmlformats.org/drawingml/2006/main" prst="roundRect">
            <a:avLst>
              <a:gd name="adj" fmla="val 16000"/>
            </a:avLst>
          </a:prstGeom>
          <a:solidFill xmlns:a="http://schemas.openxmlformats.org/drawingml/2006/main">
            <a:srgbClr val="EAF5FB"/>
          </a:solidFill>
          <a:ln xmlns:a="http://schemas.openxmlformats.org/drawingml/2006/main" w="9525">
            <a:solidFill>
              <a:srgbClr val="DCE2EA"/>
            </a:solidFill>
            <a:prstDash val="solid"/>
          </a:ln>
        </p:spPr>
      </p:sp>
      <p:sp>
        <p:nvSpPr>
          <p:cNvPr id="8" name="">
            <a:extLst xmlns:a="http://schemas.openxmlformats.org/drawingml/2006/main">
              <a:ext uri="{FF2B5EF4-FFF2-40B4-BE49-F238E27FC236}">
                <a16:creationId xmlns:a16="http://schemas.microsoft.com/office/drawing/2014/main" id="{973FC3C9-D606-40D2-ADD6-825E6C547C45}"/>
              </a:ext>
            </a:extLst>
          </p:cNvPr>
          <p:cNvSpPr>
            <a:spLocks xmlns:a="http://schemas.openxmlformats.org/drawingml/2006/main" noGrp="1"/>
          </p:cNvSpPr>
          <p:nvPr/>
        </p:nvSpPr>
        <p:spPr>
          <a:xfrm xmlns:a="http://schemas.openxmlformats.org/drawingml/2006/main">
            <a:off x="876300" y="22955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左脳①字面</a:t>
            </a:r>
          </a:p>
        </p:txBody>
      </p:sp>
      <p:sp>
        <p:nvSpPr>
          <p:cNvPr id="9" name="">
            <a:extLst xmlns:a="http://schemas.openxmlformats.org/drawingml/2006/main">
              <a:ext uri="{FF2B5EF4-FFF2-40B4-BE49-F238E27FC236}">
                <a16:creationId xmlns:a16="http://schemas.microsoft.com/office/drawing/2014/main" id="{C2B23039-BB76-4D16-95DD-55D60BB0F4A5}"/>
              </a:ext>
            </a:extLst>
          </p:cNvPr>
          <p:cNvSpPr>
            <a:spLocks xmlns:a="http://schemas.openxmlformats.org/drawingml/2006/main" noGrp="1"/>
          </p:cNvSpPr>
          <p:nvPr/>
        </p:nvSpPr>
        <p:spPr>
          <a:xfrm xmlns:a="http://schemas.openxmlformats.org/drawingml/2006/main">
            <a:off x="2571750" y="228600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朝から落ち着かない。解決策は直接求めていない。</a:t>
            </a:r>
          </a:p>
        </p:txBody>
      </p:sp>
      <p:sp>
        <p:nvSpPr>
          <p:cNvPr id="10" name="">
            <a:extLst xmlns:a="http://schemas.openxmlformats.org/drawingml/2006/main">
              <a:ext uri="{FF2B5EF4-FFF2-40B4-BE49-F238E27FC236}">
                <a16:creationId xmlns:a16="http://schemas.microsoft.com/office/drawing/2014/main" id="{17FF55B7-B9F1-4D03-8D49-D5F4ABBA55A5}"/>
              </a:ext>
            </a:extLst>
          </p:cNvPr>
          <p:cNvSpPr>
            <a:spLocks xmlns:a="http://schemas.openxmlformats.org/drawingml/2006/main" noGrp="1"/>
          </p:cNvSpPr>
          <p:nvPr/>
        </p:nvSpPr>
        <p:spPr>
          <a:xfrm xmlns:a="http://schemas.openxmlformats.org/drawingml/2006/main">
            <a:off x="704850" y="2828925"/>
            <a:ext cx="10782300" cy="476250"/>
          </a:xfrm>
          <a:prstGeom xmlns:a="http://schemas.openxmlformats.org/drawingml/2006/main" prst="roundRect">
            <a:avLst>
              <a:gd name="adj" fmla="val 16000"/>
            </a:avLst>
          </a:prstGeom>
          <a:solidFill xmlns:a="http://schemas.openxmlformats.org/drawingml/2006/main">
            <a:srgbClr val="E8F7EF"/>
          </a:solidFill>
          <a:ln xmlns:a="http://schemas.openxmlformats.org/drawingml/2006/main" w="9525">
            <a:solidFill>
              <a:srgbClr val="DCE2EA"/>
            </a:solidFill>
            <a:prstDash val="solid"/>
          </a:ln>
        </p:spPr>
      </p:sp>
      <p:sp>
        <p:nvSpPr>
          <p:cNvPr id="11" name="">
            <a:extLst xmlns:a="http://schemas.openxmlformats.org/drawingml/2006/main">
              <a:ext uri="{FF2B5EF4-FFF2-40B4-BE49-F238E27FC236}">
                <a16:creationId xmlns:a16="http://schemas.microsoft.com/office/drawing/2014/main" id="{07151FB7-AA95-4143-B58E-31AA51F32110}"/>
              </a:ext>
            </a:extLst>
          </p:cNvPr>
          <p:cNvSpPr>
            <a:spLocks xmlns:a="http://schemas.openxmlformats.org/drawingml/2006/main" noGrp="1"/>
          </p:cNvSpPr>
          <p:nvPr/>
        </p:nvSpPr>
        <p:spPr>
          <a:xfrm xmlns:a="http://schemas.openxmlformats.org/drawingml/2006/main">
            <a:off x="876300" y="29337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記憶入力</a:t>
            </a:r>
          </a:p>
        </p:txBody>
      </p:sp>
      <p:sp>
        <p:nvSpPr>
          <p:cNvPr id="12" name="">
            <a:extLst xmlns:a="http://schemas.openxmlformats.org/drawingml/2006/main">
              <a:ext uri="{FF2B5EF4-FFF2-40B4-BE49-F238E27FC236}">
                <a16:creationId xmlns:a16="http://schemas.microsoft.com/office/drawing/2014/main" id="{7F48FB18-A4FC-47F2-9DAC-0BD6C8EE22D7}"/>
              </a:ext>
            </a:extLst>
          </p:cNvPr>
          <p:cNvSpPr>
            <a:spLocks xmlns:a="http://schemas.openxmlformats.org/drawingml/2006/main" noGrp="1"/>
          </p:cNvSpPr>
          <p:nvPr/>
        </p:nvSpPr>
        <p:spPr>
          <a:xfrm xmlns:a="http://schemas.openxmlformats.org/drawingml/2006/main">
            <a:off x="2571750" y="292417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この例に前文はなく、睡眠・体調・原因はすべて不明（unknown）とする。</a:t>
            </a:r>
          </a:p>
        </p:txBody>
      </p:sp>
      <p:sp>
        <p:nvSpPr>
          <p:cNvPr id="13" name="">
            <a:extLst xmlns:a="http://schemas.openxmlformats.org/drawingml/2006/main">
              <a:ext uri="{FF2B5EF4-FFF2-40B4-BE49-F238E27FC236}">
                <a16:creationId xmlns:a16="http://schemas.microsoft.com/office/drawing/2014/main" id="{72749612-C092-49E4-9403-D7D677824C49}"/>
              </a:ext>
            </a:extLst>
          </p:cNvPr>
          <p:cNvSpPr>
            <a:spLocks xmlns:a="http://schemas.openxmlformats.org/drawingml/2006/main" noGrp="1"/>
          </p:cNvSpPr>
          <p:nvPr/>
        </p:nvSpPr>
        <p:spPr>
          <a:xfrm xmlns:a="http://schemas.openxmlformats.org/drawingml/2006/main">
            <a:off x="704850" y="3467100"/>
            <a:ext cx="10782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CE2EA"/>
            </a:solidFill>
            <a:prstDash val="solid"/>
          </a:ln>
        </p:spPr>
      </p:sp>
      <p:sp>
        <p:nvSpPr>
          <p:cNvPr id="14" name="">
            <a:extLst xmlns:a="http://schemas.openxmlformats.org/drawingml/2006/main">
              <a:ext uri="{FF2B5EF4-FFF2-40B4-BE49-F238E27FC236}">
                <a16:creationId xmlns:a16="http://schemas.microsoft.com/office/drawing/2014/main" id="{30500A7F-E21C-4884-816B-E0D789F2CED2}"/>
              </a:ext>
            </a:extLst>
          </p:cNvPr>
          <p:cNvSpPr>
            <a:spLocks xmlns:a="http://schemas.openxmlformats.org/drawingml/2006/main" noGrp="1"/>
          </p:cNvSpPr>
          <p:nvPr/>
        </p:nvSpPr>
        <p:spPr>
          <a:xfrm xmlns:a="http://schemas.openxmlformats.org/drawingml/2006/main">
            <a:off x="876300" y="3571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7C63D8"/>
                </a:solidFill>
                <a:latin typeface="Noto Sans CJK TC"/>
                <a:ea typeface="Noto Sans CJK TC"/>
                <a:cs typeface="Noto Sans CJK TC"/>
              </a:defRPr>
            </a:pPr>
            <a:r>
              <a:rPr sz="1350" b="1" i="0">
                <a:solidFill>
                  <a:srgbClr val="7C63D8"/>
                </a:solidFill>
                <a:latin typeface="Noto Sans CJK TC"/>
                <a:ea typeface="Noto Sans CJK TC"/>
                <a:cs typeface="Noto Sans CJK TC"/>
              </a:rPr>
              <a:t>左脳②仮説</a:t>
            </a:r>
          </a:p>
        </p:txBody>
      </p:sp>
      <p:sp>
        <p:nvSpPr>
          <p:cNvPr id="15" name="">
            <a:extLst xmlns:a="http://schemas.openxmlformats.org/drawingml/2006/main">
              <a:ext uri="{FF2B5EF4-FFF2-40B4-BE49-F238E27FC236}">
                <a16:creationId xmlns:a16="http://schemas.microsoft.com/office/drawing/2014/main" id="{A3A97172-B3E0-433A-9714-B733C3008DDD}"/>
              </a:ext>
            </a:extLst>
          </p:cNvPr>
          <p:cNvSpPr>
            <a:spLocks xmlns:a="http://schemas.openxmlformats.org/drawingml/2006/main" noGrp="1"/>
          </p:cNvSpPr>
          <p:nvPr/>
        </p:nvSpPr>
        <p:spPr>
          <a:xfrm xmlns:a="http://schemas.openxmlformats.org/drawingml/2006/main">
            <a:off x="2571750" y="356235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sleep_debt 0.30（信頼度0.12）、solution_request 0.38（信頼度0.20）。</a:t>
            </a:r>
          </a:p>
        </p:txBody>
      </p:sp>
      <p:sp>
        <p:nvSpPr>
          <p:cNvPr id="16" name="">
            <a:extLst xmlns:a="http://schemas.openxmlformats.org/drawingml/2006/main">
              <a:ext uri="{FF2B5EF4-FFF2-40B4-BE49-F238E27FC236}">
                <a16:creationId xmlns:a16="http://schemas.microsoft.com/office/drawing/2014/main" id="{99E022ED-E420-45B1-968F-8EA3AF94C77E}"/>
              </a:ext>
            </a:extLst>
          </p:cNvPr>
          <p:cNvSpPr>
            <a:spLocks xmlns:a="http://schemas.openxmlformats.org/drawingml/2006/main" noGrp="1"/>
          </p:cNvSpPr>
          <p:nvPr/>
        </p:nvSpPr>
        <p:spPr>
          <a:xfrm xmlns:a="http://schemas.openxmlformats.org/drawingml/2006/main">
            <a:off x="704850" y="4105275"/>
            <a:ext cx="10782300" cy="476250"/>
          </a:xfrm>
          <a:prstGeom xmlns:a="http://schemas.openxmlformats.org/drawingml/2006/main" prst="roundRect">
            <a:avLst>
              <a:gd name="adj" fmla="val 16000"/>
            </a:avLst>
          </a:prstGeom>
          <a:solidFill xmlns:a="http://schemas.openxmlformats.org/drawingml/2006/main">
            <a:srgbClr val="FFF5DD"/>
          </a:solidFill>
          <a:ln xmlns:a="http://schemas.openxmlformats.org/drawingml/2006/main" w="9525">
            <a:solidFill>
              <a:srgbClr val="DCE2EA"/>
            </a:solidFill>
            <a:prstDash val="solid"/>
          </a:ln>
        </p:spPr>
      </p:sp>
      <p:sp>
        <p:nvSpPr>
          <p:cNvPr id="17" name="">
            <a:extLst xmlns:a="http://schemas.openxmlformats.org/drawingml/2006/main">
              <a:ext uri="{FF2B5EF4-FFF2-40B4-BE49-F238E27FC236}">
                <a16:creationId xmlns:a16="http://schemas.microsoft.com/office/drawing/2014/main" id="{0D009356-7E15-41B3-B45D-167ADEF80CD9}"/>
              </a:ext>
            </a:extLst>
          </p:cNvPr>
          <p:cNvSpPr>
            <a:spLocks xmlns:a="http://schemas.openxmlformats.org/drawingml/2006/main" noGrp="1"/>
          </p:cNvSpPr>
          <p:nvPr/>
        </p:nvSpPr>
        <p:spPr>
          <a:xfrm xmlns:a="http://schemas.openxmlformats.org/drawingml/2006/main">
            <a:off x="876300" y="42100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E5A72D"/>
                </a:solidFill>
                <a:latin typeface="Noto Sans CJK TC"/>
                <a:ea typeface="Noto Sans CJK TC"/>
                <a:cs typeface="Noto Sans CJK TC"/>
              </a:defRPr>
            </a:pPr>
            <a:r>
              <a:rPr sz="1350" b="1" i="0">
                <a:solidFill>
                  <a:srgbClr val="E5A72D"/>
                </a:solidFill>
                <a:latin typeface="Noto Sans CJK TC"/>
                <a:ea typeface="Noto Sans CJK TC"/>
                <a:cs typeface="Noto Sans CJK TC"/>
              </a:rPr>
              <a:t>左脳③反応候補</a:t>
            </a:r>
          </a:p>
        </p:txBody>
      </p:sp>
      <p:sp>
        <p:nvSpPr>
          <p:cNvPr id="18" name="">
            <a:extLst xmlns:a="http://schemas.openxmlformats.org/drawingml/2006/main">
              <a:ext uri="{FF2B5EF4-FFF2-40B4-BE49-F238E27FC236}">
                <a16:creationId xmlns:a16="http://schemas.microsoft.com/office/drawing/2014/main" id="{49915282-377F-4F86-81F3-BC6C71F64CE2}"/>
              </a:ext>
            </a:extLst>
          </p:cNvPr>
          <p:cNvSpPr>
            <a:spLocks xmlns:a="http://schemas.openxmlformats.org/drawingml/2006/main" noGrp="1"/>
          </p:cNvSpPr>
          <p:nvPr/>
        </p:nvSpPr>
        <p:spPr>
          <a:xfrm xmlns:a="http://schemas.openxmlformats.org/drawingml/2006/main">
            <a:off x="2571750" y="420052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解決策／傾聴／興奮の共有／親しいツッコミ／低圧な確認。</a:t>
            </a:r>
          </a:p>
        </p:txBody>
      </p:sp>
      <p:sp>
        <p:nvSpPr>
          <p:cNvPr id="19" name="">
            <a:extLst xmlns:a="http://schemas.openxmlformats.org/drawingml/2006/main">
              <a:ext uri="{FF2B5EF4-FFF2-40B4-BE49-F238E27FC236}">
                <a16:creationId xmlns:a16="http://schemas.microsoft.com/office/drawing/2014/main" id="{C632D0A9-B00B-4B4A-B70A-AAACBA980739}"/>
              </a:ext>
            </a:extLst>
          </p:cNvPr>
          <p:cNvSpPr>
            <a:spLocks xmlns:a="http://schemas.openxmlformats.org/drawingml/2006/main" noGrp="1"/>
          </p:cNvSpPr>
          <p:nvPr/>
        </p:nvSpPr>
        <p:spPr>
          <a:xfrm xmlns:a="http://schemas.openxmlformats.org/drawingml/2006/main">
            <a:off x="704850" y="4743450"/>
            <a:ext cx="10782300" cy="476250"/>
          </a:xfrm>
          <a:prstGeom xmlns:a="http://schemas.openxmlformats.org/drawingml/2006/main" prst="roundRect">
            <a:avLst>
              <a:gd name="adj" fmla="val 16000"/>
            </a:avLst>
          </a:prstGeom>
          <a:solidFill xmlns:a="http://schemas.openxmlformats.org/drawingml/2006/main">
            <a:srgbClr val="E8F7EF"/>
          </a:solidFill>
          <a:ln xmlns:a="http://schemas.openxmlformats.org/drawingml/2006/main" w="9525">
            <a:solidFill>
              <a:srgbClr val="DCE2EA"/>
            </a:solidFill>
            <a:prstDash val="solid"/>
          </a:ln>
        </p:spPr>
      </p:sp>
      <p:sp>
        <p:nvSpPr>
          <p:cNvPr id="20" name="">
            <a:extLst xmlns:a="http://schemas.openxmlformats.org/drawingml/2006/main">
              <a:ext uri="{FF2B5EF4-FFF2-40B4-BE49-F238E27FC236}">
                <a16:creationId xmlns:a16="http://schemas.microsoft.com/office/drawing/2014/main" id="{63D7AB73-8F1C-418F-8072-A33AB9A9EDE3}"/>
              </a:ext>
            </a:extLst>
          </p:cNvPr>
          <p:cNvSpPr>
            <a:spLocks xmlns:a="http://schemas.openxmlformats.org/drawingml/2006/main" noGrp="1"/>
          </p:cNvSpPr>
          <p:nvPr/>
        </p:nvSpPr>
        <p:spPr>
          <a:xfrm xmlns:a="http://schemas.openxmlformats.org/drawingml/2006/main">
            <a:off x="876300" y="4848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左脳④選択</a:t>
            </a:r>
          </a:p>
        </p:txBody>
      </p:sp>
      <p:sp>
        <p:nvSpPr>
          <p:cNvPr id="21" name="">
            <a:extLst xmlns:a="http://schemas.openxmlformats.org/drawingml/2006/main">
              <a:ext uri="{FF2B5EF4-FFF2-40B4-BE49-F238E27FC236}">
                <a16:creationId xmlns:a16="http://schemas.microsoft.com/office/drawing/2014/main" id="{87F06B42-3436-4A21-8E32-A1B0FC48EAB7}"/>
              </a:ext>
            </a:extLst>
          </p:cNvPr>
          <p:cNvSpPr>
            <a:spLocks xmlns:a="http://schemas.openxmlformats.org/drawingml/2006/main" noGrp="1"/>
          </p:cNvSpPr>
          <p:nvPr/>
        </p:nvSpPr>
        <p:spPr>
          <a:xfrm xmlns:a="http://schemas.openxmlformats.org/drawingml/2006/main">
            <a:off x="2571750" y="483870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calibrate_need：情報不足。寝不足か思考が止まらないのかを先に分ける。</a:t>
            </a:r>
          </a:p>
        </p:txBody>
      </p:sp>
      <p:sp>
        <p:nvSpPr>
          <p:cNvPr id="22" name="">
            <a:extLst xmlns:a="http://schemas.openxmlformats.org/drawingml/2006/main">
              <a:ext uri="{FF2B5EF4-FFF2-40B4-BE49-F238E27FC236}">
                <a16:creationId xmlns:a16="http://schemas.microsoft.com/office/drawing/2014/main" id="{ED59B2D5-BC7A-481F-88A8-B50A924B955A}"/>
              </a:ext>
            </a:extLst>
          </p:cNvPr>
          <p:cNvSpPr>
            <a:spLocks xmlns:a="http://schemas.openxmlformats.org/drawingml/2006/main" noGrp="1"/>
          </p:cNvSpPr>
          <p:nvPr/>
        </p:nvSpPr>
        <p:spPr>
          <a:xfrm xmlns:a="http://schemas.openxmlformats.org/drawingml/2006/main">
            <a:off x="1066800" y="5581650"/>
            <a:ext cx="10058400" cy="552450"/>
          </a:xfrm>
          <a:prstGeom xmlns:a="http://schemas.openxmlformats.org/drawingml/2006/main" prst="roundRect">
            <a:avLst>
              <a:gd name="adj" fmla="val 20690"/>
            </a:avLst>
          </a:prstGeom>
          <a:solidFill xmlns:a="http://schemas.openxmlformats.org/drawingml/2006/main">
            <a:srgbClr val="EAF5FB"/>
          </a:solidFill>
          <a:ln xmlns:a="http://schemas.openxmlformats.org/drawingml/2006/main" w="9525">
            <a:solidFill>
              <a:srgbClr val="BBDDF1"/>
            </a:solidFill>
            <a:prstDash val="solid"/>
          </a:ln>
        </p:spPr>
      </p:sp>
      <p:sp>
        <p:nvSpPr>
          <p:cNvPr id="23" name="">
            <a:extLst xmlns:a="http://schemas.openxmlformats.org/drawingml/2006/main">
              <a:ext uri="{FF2B5EF4-FFF2-40B4-BE49-F238E27FC236}">
                <a16:creationId xmlns:a16="http://schemas.microsoft.com/office/drawing/2014/main" id="{BF662B71-5478-4699-A6F4-1D3BEEC84B33}"/>
              </a:ext>
            </a:extLst>
          </p:cNvPr>
          <p:cNvSpPr>
            <a:spLocks xmlns:a="http://schemas.openxmlformats.org/drawingml/2006/main" noGrp="1"/>
          </p:cNvSpPr>
          <p:nvPr/>
        </p:nvSpPr>
        <p:spPr>
          <a:xfrm xmlns:a="http://schemas.openxmlformats.org/drawingml/2006/main">
            <a:off x="1295400" y="5734050"/>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575" b="1" i="0">
                <a:solidFill>
                  <a:srgbClr val="3D8DFF"/>
                </a:solidFill>
                <a:latin typeface="Noto Sans CJK TC"/>
                <a:ea typeface="Noto Sans CJK TC"/>
                <a:cs typeface="Noto Sans CJK TC"/>
              </a:defRPr>
            </a:pPr>
            <a:r>
              <a:rPr sz="1575" b="1" i="0">
                <a:solidFill>
                  <a:srgbClr val="3D8DFF"/>
                </a:solidFill>
                <a:latin typeface="Noto Sans CJK TC"/>
                <a:ea typeface="Noto Sans CJK TC"/>
                <a:cs typeface="Noto Sans CJK TC"/>
              </a:rPr>
              <a:t>実際の日本語出力：「寝てないのか、考え事で止まんないのか、まずそこだけどっち？」</a:t>
            </a:r>
          </a:p>
        </p:txBody>
      </p:sp>
      <p:sp>
        <p:nvSpPr>
          <p:cNvPr id="24" name="">
            <a:extLst xmlns:a="http://schemas.openxmlformats.org/drawingml/2006/main">
              <a:ext uri="{FF2B5EF4-FFF2-40B4-BE49-F238E27FC236}">
                <a16:creationId xmlns:a16="http://schemas.microsoft.com/office/drawing/2014/main" id="{0C6FD15B-DAB0-4E31-9FF6-11E11C21C44B}"/>
              </a:ext>
            </a:extLst>
          </p:cNvPr>
          <p:cNvSpPr>
            <a:spLocks xmlns:a="http://schemas.openxmlformats.org/drawingml/2006/main" noGrp="1"/>
          </p:cNvSpPr>
          <p:nvPr/>
        </p:nvSpPr>
        <p:spPr>
          <a:xfrm xmlns:a="http://schemas.openxmlformats.org/drawingml/2006/main">
            <a:off x="895350" y="6276975"/>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1" i="0">
                <a:solidFill>
                  <a:srgbClr val="0B1220"/>
                </a:solidFill>
                <a:latin typeface="Noto Sans CJK TC"/>
                <a:ea typeface="Noto Sans CJK TC"/>
                <a:cs typeface="Noto Sans CJK TC"/>
              </a:defRPr>
            </a:pPr>
            <a:r>
              <a:rPr sz="1200" b="1" i="0">
                <a:solidFill>
                  <a:srgbClr val="0B1220"/>
                </a:solidFill>
                <a:latin typeface="Noto Sans CJK TC"/>
                <a:ea typeface="Noto Sans CJK TC"/>
                <a:cs typeface="Noto Sans CJK TC"/>
              </a:rPr>
              <a:t>左脳が対話方針を変えることは示せる。しかし日常対話には唯一解がなく、二つの理解手順を客観比較できない。</a:t>
            </a:r>
          </a:p>
        </p:txBody>
      </p:sp>
    </p:spTree>
    <p:extLst>
      <p:ext uri="{BB962C8B-B14F-4D97-AF65-F5344CB8AC3E}">
        <p14:creationId xmlns:p14="http://schemas.microsoft.com/office/powerpoint/2010/main" val="216319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0C50C9F-EF35-4318-9D4E-B6BA6236C1F7}"/>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理解を検証可能なループにする</a:t>
            </a:r>
          </a:p>
        </p:txBody>
      </p:sp>
      <p:sp>
        <p:nvSpPr>
          <p:cNvPr id="2" name="">
            <a:extLst xmlns:a="http://schemas.openxmlformats.org/drawingml/2006/main">
              <a:ext uri="{FF2B5EF4-FFF2-40B4-BE49-F238E27FC236}">
                <a16:creationId xmlns:a16="http://schemas.microsoft.com/office/drawing/2014/main" id="{B043BABA-0059-4FCB-9ADB-38E1E153E823}"/>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左脳の「理解」を測るには、推測が後で覆せなければならない</a:t>
            </a:r>
          </a:p>
        </p:txBody>
      </p:sp>
      <p:sp>
        <p:nvSpPr>
          <p:cNvPr id="3" name="">
            <a:extLst xmlns:a="http://schemas.openxmlformats.org/drawingml/2006/main">
              <a:ext uri="{FF2B5EF4-FFF2-40B4-BE49-F238E27FC236}">
                <a16:creationId xmlns:a16="http://schemas.microsoft.com/office/drawing/2014/main" id="{80936A8D-5BB8-4444-B2D7-DBB0E5EA5169}"/>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F31215FE-53B8-4B04-8990-27931A7BBBEA}"/>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07</a:t>
            </a:r>
          </a:p>
        </p:txBody>
      </p:sp>
      <p:sp>
        <p:nvSpPr>
          <p:cNvPr id="5" name="">
            <a:extLst xmlns:a="http://schemas.openxmlformats.org/drawingml/2006/main">
              <a:ext uri="{FF2B5EF4-FFF2-40B4-BE49-F238E27FC236}">
                <a16:creationId xmlns:a16="http://schemas.microsoft.com/office/drawing/2014/main" id="{77B51A83-803A-4399-ABC7-B5D9F809E8D7}"/>
              </a:ext>
            </a:extLst>
          </p:cNvPr>
          <p:cNvSpPr>
            <a:spLocks xmlns:a="http://schemas.openxmlformats.org/drawingml/2006/main" noGrp="1"/>
          </p:cNvSpPr>
          <p:nvPr/>
        </p:nvSpPr>
        <p:spPr>
          <a:xfrm xmlns:a="http://schemas.openxmlformats.org/drawingml/2006/main">
            <a:off x="628650" y="1409700"/>
            <a:ext cx="10934700" cy="647700"/>
          </a:xfrm>
          <a:prstGeom xmlns:a="http://schemas.openxmlformats.org/drawingml/2006/main" prst="roundRect">
            <a:avLst>
              <a:gd name="adj" fmla="val 17647"/>
            </a:avLst>
          </a:prstGeom>
          <a:solidFill xmlns:a="http://schemas.openxmlformats.org/drawingml/2006/main">
            <a:srgbClr val="101D31"/>
          </a:solidFill>
          <a:ln xmlns:a="http://schemas.openxmlformats.org/drawingml/2006/main" w="9525">
            <a:solidFill>
              <a:srgbClr val="101D31"/>
            </a:solidFill>
            <a:prstDash val="solid"/>
          </a:ln>
        </p:spPr>
      </p:sp>
      <p:sp>
        <p:nvSpPr>
          <p:cNvPr id="6" name="">
            <a:extLst xmlns:a="http://schemas.openxmlformats.org/drawingml/2006/main">
              <a:ext uri="{FF2B5EF4-FFF2-40B4-BE49-F238E27FC236}">
                <a16:creationId xmlns:a16="http://schemas.microsoft.com/office/drawing/2014/main" id="{16CE2247-B25B-4E96-82A1-219B1FD40580}"/>
              </a:ext>
            </a:extLst>
          </p:cNvPr>
          <p:cNvSpPr>
            <a:spLocks xmlns:a="http://schemas.openxmlformats.org/drawingml/2006/main" noGrp="1"/>
          </p:cNvSpPr>
          <p:nvPr/>
        </p:nvSpPr>
        <p:spPr>
          <a:xfrm xmlns:a="http://schemas.openxmlformats.org/drawingml/2006/main">
            <a:off x="857250" y="15906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725" b="1" i="0">
                <a:solidFill>
                  <a:srgbClr val="FFFFFF"/>
                </a:solidFill>
                <a:latin typeface="Noto Sans CJK TC"/>
                <a:ea typeface="Noto Sans CJK TC"/>
                <a:cs typeface="Noto Sans CJK TC"/>
              </a:defRPr>
            </a:pPr>
            <a:r>
              <a:rPr sz="1725" b="1" i="0">
                <a:solidFill>
                  <a:srgbClr val="FFFFFF"/>
                </a:solidFill>
                <a:latin typeface="Noto Sans CJK TC"/>
                <a:ea typeface="Noto Sans CJK TC"/>
                <a:cs typeface="Noto Sans CJK TC"/>
              </a:rPr>
              <a:t>同じ「落ち着かない」でも、寝不足・不安・興奮・解決策・寄り添い・ツッコミ待ちがあり得る</a:t>
            </a:r>
          </a:p>
        </p:txBody>
      </p:sp>
      <p:sp>
        <p:nvSpPr>
          <p:cNvPr id="7" name="">
            <a:extLst xmlns:a="http://schemas.openxmlformats.org/drawingml/2006/main">
              <a:ext uri="{FF2B5EF4-FFF2-40B4-BE49-F238E27FC236}">
                <a16:creationId xmlns:a16="http://schemas.microsoft.com/office/drawing/2014/main" id="{EECA763C-408B-4D85-8BE6-68036D375358}"/>
              </a:ext>
            </a:extLst>
          </p:cNvPr>
          <p:cNvSpPr>
            <a:spLocks xmlns:a="http://schemas.openxmlformats.org/drawingml/2006/main" noGrp="1"/>
          </p:cNvSpPr>
          <p:nvPr/>
        </p:nvSpPr>
        <p:spPr>
          <a:xfrm xmlns:a="http://schemas.openxmlformats.org/drawingml/2006/main">
            <a:off x="742950" y="2305050"/>
            <a:ext cx="10706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425" b="0" i="0">
                <a:solidFill>
                  <a:srgbClr val="536174"/>
                </a:solidFill>
                <a:latin typeface="Noto Sans CJK TC"/>
                <a:ea typeface="Noto Sans CJK TC"/>
                <a:cs typeface="Noto Sans CJK TC"/>
              </a:defRPr>
            </a:pPr>
            <a:r>
              <a:rPr sz="1425" b="0" i="0">
                <a:solidFill>
                  <a:srgbClr val="536174"/>
                </a:solidFill>
                <a:latin typeface="Noto Sans CJK TC"/>
                <a:ea typeface="Noto Sans CJK TC"/>
                <a:cs typeface="Noto Sans CJK TC"/>
              </a:rPr>
              <a:t>左脳は仮説を立てられるが、本当の状態は見えない。各仮説を証拠に結び、後続を予測し、利用者の否定を受け入れる。</a:t>
            </a:r>
          </a:p>
        </p:txBody>
      </p:sp>
      <p:sp>
        <p:nvSpPr>
          <p:cNvPr id="8" name="">
            <a:extLst xmlns:a="http://schemas.openxmlformats.org/drawingml/2006/main">
              <a:ext uri="{FF2B5EF4-FFF2-40B4-BE49-F238E27FC236}">
                <a16:creationId xmlns:a16="http://schemas.microsoft.com/office/drawing/2014/main" id="{7C26EE16-90A8-40AA-BA0D-611C8DAD2E43}"/>
              </a:ext>
            </a:extLst>
          </p:cNvPr>
          <p:cNvSpPr>
            <a:spLocks xmlns:a="http://schemas.openxmlformats.org/drawingml/2006/main" noGrp="1"/>
          </p:cNvSpPr>
          <p:nvPr/>
        </p:nvSpPr>
        <p:spPr>
          <a:xfrm xmlns:a="http://schemas.openxmlformats.org/drawingml/2006/main">
            <a:off x="2247900" y="3857625"/>
            <a:ext cx="3429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1FAAF57C-C34A-452D-B147-96C2C94B29BA}"/>
              </a:ext>
            </a:extLst>
          </p:cNvPr>
          <p:cNvSpPr>
            <a:spLocks xmlns:a="http://schemas.openxmlformats.org/drawingml/2006/main" noGrp="1"/>
          </p:cNvSpPr>
          <p:nvPr/>
        </p:nvSpPr>
        <p:spPr>
          <a:xfrm xmlns:a="http://schemas.openxmlformats.org/drawingml/2006/main">
            <a:off x="2495550" y="37052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0" name="">
            <a:extLst xmlns:a="http://schemas.openxmlformats.org/drawingml/2006/main">
              <a:ext uri="{FF2B5EF4-FFF2-40B4-BE49-F238E27FC236}">
                <a16:creationId xmlns:a16="http://schemas.microsoft.com/office/drawing/2014/main" id="{7A88241C-B238-4B7E-910B-C0F7C64883FC}"/>
              </a:ext>
            </a:extLst>
          </p:cNvPr>
          <p:cNvSpPr>
            <a:spLocks xmlns:a="http://schemas.openxmlformats.org/drawingml/2006/main" noGrp="1"/>
          </p:cNvSpPr>
          <p:nvPr/>
        </p:nvSpPr>
        <p:spPr>
          <a:xfrm xmlns:a="http://schemas.openxmlformats.org/drawingml/2006/main">
            <a:off x="4533900" y="3857625"/>
            <a:ext cx="3429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63C936F0-D61A-4948-AA13-45524E96C768}"/>
              </a:ext>
            </a:extLst>
          </p:cNvPr>
          <p:cNvSpPr>
            <a:spLocks xmlns:a="http://schemas.openxmlformats.org/drawingml/2006/main" noGrp="1"/>
          </p:cNvSpPr>
          <p:nvPr/>
        </p:nvSpPr>
        <p:spPr>
          <a:xfrm xmlns:a="http://schemas.openxmlformats.org/drawingml/2006/main">
            <a:off x="4781550" y="37052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2" name="">
            <a:extLst xmlns:a="http://schemas.openxmlformats.org/drawingml/2006/main">
              <a:ext uri="{FF2B5EF4-FFF2-40B4-BE49-F238E27FC236}">
                <a16:creationId xmlns:a16="http://schemas.microsoft.com/office/drawing/2014/main" id="{3328FC9F-D547-4195-AC71-E21646C02116}"/>
              </a:ext>
            </a:extLst>
          </p:cNvPr>
          <p:cNvSpPr>
            <a:spLocks xmlns:a="http://schemas.openxmlformats.org/drawingml/2006/main" noGrp="1"/>
          </p:cNvSpPr>
          <p:nvPr/>
        </p:nvSpPr>
        <p:spPr>
          <a:xfrm xmlns:a="http://schemas.openxmlformats.org/drawingml/2006/main">
            <a:off x="6819900" y="3857625"/>
            <a:ext cx="3429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B6ED6F89-7007-4F80-83C1-DDEE0042CD93}"/>
              </a:ext>
            </a:extLst>
          </p:cNvPr>
          <p:cNvSpPr>
            <a:spLocks xmlns:a="http://schemas.openxmlformats.org/drawingml/2006/main" noGrp="1"/>
          </p:cNvSpPr>
          <p:nvPr/>
        </p:nvSpPr>
        <p:spPr>
          <a:xfrm xmlns:a="http://schemas.openxmlformats.org/drawingml/2006/main">
            <a:off x="7067550" y="37052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4" name="">
            <a:extLst xmlns:a="http://schemas.openxmlformats.org/drawingml/2006/main">
              <a:ext uri="{FF2B5EF4-FFF2-40B4-BE49-F238E27FC236}">
                <a16:creationId xmlns:a16="http://schemas.microsoft.com/office/drawing/2014/main" id="{C2C074A6-A60D-41D3-84C6-F3DFCB6CCC45}"/>
              </a:ext>
            </a:extLst>
          </p:cNvPr>
          <p:cNvSpPr>
            <a:spLocks xmlns:a="http://schemas.openxmlformats.org/drawingml/2006/main" noGrp="1"/>
          </p:cNvSpPr>
          <p:nvPr/>
        </p:nvSpPr>
        <p:spPr>
          <a:xfrm xmlns:a="http://schemas.openxmlformats.org/drawingml/2006/main">
            <a:off x="9105900" y="3857625"/>
            <a:ext cx="3429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5" name="">
            <a:extLst xmlns:a="http://schemas.openxmlformats.org/drawingml/2006/main">
              <a:ext uri="{FF2B5EF4-FFF2-40B4-BE49-F238E27FC236}">
                <a16:creationId xmlns:a16="http://schemas.microsoft.com/office/drawing/2014/main" id="{9654BE2C-F45A-47C6-BB29-E8F22C95CC60}"/>
              </a:ext>
            </a:extLst>
          </p:cNvPr>
          <p:cNvSpPr>
            <a:spLocks xmlns:a="http://schemas.openxmlformats.org/drawingml/2006/main" noGrp="1"/>
          </p:cNvSpPr>
          <p:nvPr/>
        </p:nvSpPr>
        <p:spPr>
          <a:xfrm xmlns:a="http://schemas.openxmlformats.org/drawingml/2006/main">
            <a:off x="9353550" y="37052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3D8DFF"/>
                </a:solidFill>
                <a:latin typeface="Noto Sans CJK TC"/>
                <a:ea typeface="Noto Sans CJK TC"/>
                <a:cs typeface="Noto Sans CJK TC"/>
              </a:defRPr>
            </a:pPr>
            <a:r>
              <a:rPr sz="1875" b="1" i="0">
                <a:solidFill>
                  <a:srgbClr val="3D8DFF"/>
                </a:solidFill>
                <a:latin typeface="Noto Sans CJK TC"/>
                <a:ea typeface="Noto Sans CJK TC"/>
                <a:cs typeface="Noto Sans CJK TC"/>
              </a:rPr>
              <a:t>→</a:t>
            </a:r>
          </a:p>
        </p:txBody>
      </p:sp>
      <p:sp>
        <p:nvSpPr>
          <p:cNvPr id="16" name="">
            <a:extLst xmlns:a="http://schemas.openxmlformats.org/drawingml/2006/main">
              <a:ext uri="{FF2B5EF4-FFF2-40B4-BE49-F238E27FC236}">
                <a16:creationId xmlns:a16="http://schemas.microsoft.com/office/drawing/2014/main" id="{7D061E4D-78C1-45DF-A009-C01D10BDFAE0}"/>
              </a:ext>
            </a:extLst>
          </p:cNvPr>
          <p:cNvSpPr>
            <a:spLocks xmlns:a="http://schemas.openxmlformats.org/drawingml/2006/main" noGrp="1"/>
          </p:cNvSpPr>
          <p:nvPr/>
        </p:nvSpPr>
        <p:spPr>
          <a:xfrm xmlns:a="http://schemas.openxmlformats.org/drawingml/2006/main">
            <a:off x="476250" y="3067050"/>
            <a:ext cx="1943100" cy="1466850"/>
          </a:xfrm>
          <a:prstGeom xmlns:a="http://schemas.openxmlformats.org/drawingml/2006/main" prst="roundRect">
            <a:avLst>
              <a:gd name="adj" fmla="val 7792"/>
            </a:avLst>
          </a:prstGeom>
          <a:solidFill xmlns:a="http://schemas.openxmlformats.org/drawingml/2006/main">
            <a:srgbClr val="F7F8FA"/>
          </a:solidFill>
          <a:ln xmlns:a="http://schemas.openxmlformats.org/drawingml/2006/main" w="9525">
            <a:solidFill>
              <a:srgbClr val="DCE2EA"/>
            </a:solidFill>
            <a:prstDash val="solid"/>
          </a:ln>
        </p:spPr>
      </p:sp>
      <p:sp>
        <p:nvSpPr>
          <p:cNvPr id="17" name="">
            <a:extLst xmlns:a="http://schemas.openxmlformats.org/drawingml/2006/main">
              <a:ext uri="{FF2B5EF4-FFF2-40B4-BE49-F238E27FC236}">
                <a16:creationId xmlns:a16="http://schemas.microsoft.com/office/drawing/2014/main" id="{C873AA57-4A50-46E0-ABD8-B7DBE0A7121D}"/>
              </a:ext>
            </a:extLst>
          </p:cNvPr>
          <p:cNvSpPr>
            <a:spLocks xmlns:a="http://schemas.openxmlformats.org/drawingml/2006/main" noGrp="1"/>
          </p:cNvSpPr>
          <p:nvPr/>
        </p:nvSpPr>
        <p:spPr>
          <a:xfrm xmlns:a="http://schemas.openxmlformats.org/drawingml/2006/main">
            <a:off x="590550" y="32194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8" name="">
            <a:extLst xmlns:a="http://schemas.openxmlformats.org/drawingml/2006/main">
              <a:ext uri="{FF2B5EF4-FFF2-40B4-BE49-F238E27FC236}">
                <a16:creationId xmlns:a16="http://schemas.microsoft.com/office/drawing/2014/main" id="{B865F3E7-6119-47A9-809A-CB82363EB0EB}"/>
              </a:ext>
            </a:extLst>
          </p:cNvPr>
          <p:cNvSpPr>
            <a:spLocks xmlns:a="http://schemas.openxmlformats.org/drawingml/2006/main" noGrp="1"/>
          </p:cNvSpPr>
          <p:nvPr/>
        </p:nvSpPr>
        <p:spPr>
          <a:xfrm xmlns:a="http://schemas.openxmlformats.org/drawingml/2006/main">
            <a:off x="5905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1</a:t>
            </a:r>
          </a:p>
        </p:txBody>
      </p:sp>
      <p:sp>
        <p:nvSpPr>
          <p:cNvPr id="19" name="">
            <a:extLst xmlns:a="http://schemas.openxmlformats.org/drawingml/2006/main">
              <a:ext uri="{FF2B5EF4-FFF2-40B4-BE49-F238E27FC236}">
                <a16:creationId xmlns:a16="http://schemas.microsoft.com/office/drawing/2014/main" id="{CAD306D9-D7CF-4FD6-AF92-E5EE4811209D}"/>
              </a:ext>
            </a:extLst>
          </p:cNvPr>
          <p:cNvSpPr>
            <a:spLocks xmlns:a="http://schemas.openxmlformats.org/drawingml/2006/main" noGrp="1"/>
          </p:cNvSpPr>
          <p:nvPr/>
        </p:nvSpPr>
        <p:spPr>
          <a:xfrm xmlns:a="http://schemas.openxmlformats.org/drawingml/2006/main">
            <a:off x="1028700" y="32385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仮説</a:t>
            </a:r>
          </a:p>
        </p:txBody>
      </p:sp>
      <p:sp>
        <p:nvSpPr>
          <p:cNvPr id="20" name="">
            <a:extLst xmlns:a="http://schemas.openxmlformats.org/drawingml/2006/main">
              <a:ext uri="{FF2B5EF4-FFF2-40B4-BE49-F238E27FC236}">
                <a16:creationId xmlns:a16="http://schemas.microsoft.com/office/drawing/2014/main" id="{A7AC382E-155F-4A0C-83CC-46031AF3C51C}"/>
              </a:ext>
            </a:extLst>
          </p:cNvPr>
          <p:cNvSpPr>
            <a:spLocks xmlns:a="http://schemas.openxmlformats.org/drawingml/2006/main" noGrp="1"/>
          </p:cNvSpPr>
          <p:nvPr/>
        </p:nvSpPr>
        <p:spPr>
          <a:xfrm xmlns:a="http://schemas.openxmlformats.org/drawingml/2006/main">
            <a:off x="628650" y="36385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見えない状態を</a:t>
            </a:r>
          </a:p>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暫定変数にする</a:t>
            </a:r>
          </a:p>
        </p:txBody>
      </p:sp>
      <p:sp>
        <p:nvSpPr>
          <p:cNvPr id="21" name="">
            <a:extLst xmlns:a="http://schemas.openxmlformats.org/drawingml/2006/main">
              <a:ext uri="{FF2B5EF4-FFF2-40B4-BE49-F238E27FC236}">
                <a16:creationId xmlns:a16="http://schemas.microsoft.com/office/drawing/2014/main" id="{D83A02F7-9911-4478-A234-0268F20EE7F6}"/>
              </a:ext>
            </a:extLst>
          </p:cNvPr>
          <p:cNvSpPr>
            <a:spLocks xmlns:a="http://schemas.openxmlformats.org/drawingml/2006/main" noGrp="1"/>
          </p:cNvSpPr>
          <p:nvPr/>
        </p:nvSpPr>
        <p:spPr>
          <a:xfrm xmlns:a="http://schemas.openxmlformats.org/drawingml/2006/main">
            <a:off x="628650" y="422910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1" i="0">
                <a:solidFill>
                  <a:srgbClr val="3D8DFF"/>
                </a:solidFill>
                <a:latin typeface="Noto Sans CJK TC"/>
                <a:ea typeface="Noto Sans CJK TC"/>
                <a:cs typeface="Noto Sans CJK TC"/>
              </a:defRPr>
            </a:pPr>
            <a:r>
              <a:rPr sz="1125" b="1" i="0">
                <a:solidFill>
                  <a:srgbClr val="3D8DFF"/>
                </a:solidFill>
                <a:latin typeface="Noto Sans CJK TC"/>
                <a:ea typeface="Noto Sans CJK TC"/>
                <a:cs typeface="Noto Sans CJK TC"/>
              </a:rPr>
              <a:t>反証できる</a:t>
            </a:r>
          </a:p>
        </p:txBody>
      </p:sp>
      <p:sp>
        <p:nvSpPr>
          <p:cNvPr id="22" name="">
            <a:extLst xmlns:a="http://schemas.openxmlformats.org/drawingml/2006/main">
              <a:ext uri="{FF2B5EF4-FFF2-40B4-BE49-F238E27FC236}">
                <a16:creationId xmlns:a16="http://schemas.microsoft.com/office/drawing/2014/main" id="{6A680D18-75B0-454E-A21F-8D651A1E2D10}"/>
              </a:ext>
            </a:extLst>
          </p:cNvPr>
          <p:cNvSpPr>
            <a:spLocks xmlns:a="http://schemas.openxmlformats.org/drawingml/2006/main" noGrp="1"/>
          </p:cNvSpPr>
          <p:nvPr/>
        </p:nvSpPr>
        <p:spPr>
          <a:xfrm xmlns:a="http://schemas.openxmlformats.org/drawingml/2006/main">
            <a:off x="2762250" y="3067050"/>
            <a:ext cx="1943100" cy="1466850"/>
          </a:xfrm>
          <a:prstGeom xmlns:a="http://schemas.openxmlformats.org/drawingml/2006/main" prst="roundRect">
            <a:avLst>
              <a:gd name="adj" fmla="val 7792"/>
            </a:avLst>
          </a:prstGeom>
          <a:solidFill xmlns:a="http://schemas.openxmlformats.org/drawingml/2006/main">
            <a:srgbClr val="F7F8FA"/>
          </a:solidFill>
          <a:ln xmlns:a="http://schemas.openxmlformats.org/drawingml/2006/main" w="9525">
            <a:solidFill>
              <a:srgbClr val="DCE2EA"/>
            </a:solidFill>
            <a:prstDash val="solid"/>
          </a:ln>
        </p:spPr>
      </p:sp>
      <p:sp>
        <p:nvSpPr>
          <p:cNvPr id="23" name="">
            <a:extLst xmlns:a="http://schemas.openxmlformats.org/drawingml/2006/main">
              <a:ext uri="{FF2B5EF4-FFF2-40B4-BE49-F238E27FC236}">
                <a16:creationId xmlns:a16="http://schemas.microsoft.com/office/drawing/2014/main" id="{5A1F1023-EECC-4A1D-8C7B-A0F78DD63DED}"/>
              </a:ext>
            </a:extLst>
          </p:cNvPr>
          <p:cNvSpPr>
            <a:spLocks xmlns:a="http://schemas.openxmlformats.org/drawingml/2006/main" noGrp="1"/>
          </p:cNvSpPr>
          <p:nvPr/>
        </p:nvSpPr>
        <p:spPr>
          <a:xfrm xmlns:a="http://schemas.openxmlformats.org/drawingml/2006/main">
            <a:off x="2876550" y="32194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24" name="">
            <a:extLst xmlns:a="http://schemas.openxmlformats.org/drawingml/2006/main">
              <a:ext uri="{FF2B5EF4-FFF2-40B4-BE49-F238E27FC236}">
                <a16:creationId xmlns:a16="http://schemas.microsoft.com/office/drawing/2014/main" id="{B7553C84-1E38-4AA6-AEF0-2D98DBBC0733}"/>
              </a:ext>
            </a:extLst>
          </p:cNvPr>
          <p:cNvSpPr>
            <a:spLocks xmlns:a="http://schemas.openxmlformats.org/drawingml/2006/main" noGrp="1"/>
          </p:cNvSpPr>
          <p:nvPr/>
        </p:nvSpPr>
        <p:spPr>
          <a:xfrm xmlns:a="http://schemas.openxmlformats.org/drawingml/2006/main">
            <a:off x="28765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2</a:t>
            </a:r>
          </a:p>
        </p:txBody>
      </p:sp>
      <p:sp>
        <p:nvSpPr>
          <p:cNvPr id="25" name="">
            <a:extLst xmlns:a="http://schemas.openxmlformats.org/drawingml/2006/main">
              <a:ext uri="{FF2B5EF4-FFF2-40B4-BE49-F238E27FC236}">
                <a16:creationId xmlns:a16="http://schemas.microsoft.com/office/drawing/2014/main" id="{5C36C524-4011-47BA-8A34-B8E5AD975222}"/>
              </a:ext>
            </a:extLst>
          </p:cNvPr>
          <p:cNvSpPr>
            <a:spLocks xmlns:a="http://schemas.openxmlformats.org/drawingml/2006/main" noGrp="1"/>
          </p:cNvSpPr>
          <p:nvPr/>
        </p:nvSpPr>
        <p:spPr>
          <a:xfrm xmlns:a="http://schemas.openxmlformats.org/drawingml/2006/main">
            <a:off x="3314700" y="32385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証拠</a:t>
            </a:r>
          </a:p>
        </p:txBody>
      </p:sp>
      <p:sp>
        <p:nvSpPr>
          <p:cNvPr id="26" name="">
            <a:extLst xmlns:a="http://schemas.openxmlformats.org/drawingml/2006/main">
              <a:ext uri="{FF2B5EF4-FFF2-40B4-BE49-F238E27FC236}">
                <a16:creationId xmlns:a16="http://schemas.microsoft.com/office/drawing/2014/main" id="{A57DDC40-5330-4FA7-A742-A6C816A503F7}"/>
              </a:ext>
            </a:extLst>
          </p:cNvPr>
          <p:cNvSpPr>
            <a:spLocks xmlns:a="http://schemas.openxmlformats.org/drawingml/2006/main" noGrp="1"/>
          </p:cNvSpPr>
          <p:nvPr/>
        </p:nvSpPr>
        <p:spPr>
          <a:xfrm xmlns:a="http://schemas.openxmlformats.org/drawingml/2006/main">
            <a:off x="2914650" y="36385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現在の言葉・記憶・</a:t>
            </a:r>
          </a:p>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関係の出典に結ぶ</a:t>
            </a:r>
          </a:p>
        </p:txBody>
      </p:sp>
      <p:sp>
        <p:nvSpPr>
          <p:cNvPr id="27" name="">
            <a:extLst xmlns:a="http://schemas.openxmlformats.org/drawingml/2006/main">
              <a:ext uri="{FF2B5EF4-FFF2-40B4-BE49-F238E27FC236}">
                <a16:creationId xmlns:a16="http://schemas.microsoft.com/office/drawing/2014/main" id="{A902DBF6-0A16-4F93-845B-3CEA6A4E114E}"/>
              </a:ext>
            </a:extLst>
          </p:cNvPr>
          <p:cNvSpPr>
            <a:spLocks xmlns:a="http://schemas.openxmlformats.org/drawingml/2006/main" noGrp="1"/>
          </p:cNvSpPr>
          <p:nvPr/>
        </p:nvSpPr>
        <p:spPr>
          <a:xfrm xmlns:a="http://schemas.openxmlformats.org/drawingml/2006/main">
            <a:off x="2914650" y="422910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1" i="0">
                <a:solidFill>
                  <a:srgbClr val="3D8DFF"/>
                </a:solidFill>
                <a:latin typeface="Noto Sans CJK TC"/>
                <a:ea typeface="Noto Sans CJK TC"/>
                <a:cs typeface="Noto Sans CJK TC"/>
              </a:defRPr>
            </a:pPr>
            <a:r>
              <a:rPr sz="1125" b="1" i="0">
                <a:solidFill>
                  <a:srgbClr val="3D8DFF"/>
                </a:solidFill>
                <a:latin typeface="Noto Sans CJK TC"/>
                <a:ea typeface="Noto Sans CJK TC"/>
                <a:cs typeface="Noto Sans CJK TC"/>
              </a:rPr>
              <a:t>根拠なく推測しない</a:t>
            </a:r>
          </a:p>
        </p:txBody>
      </p:sp>
      <p:sp>
        <p:nvSpPr>
          <p:cNvPr id="28" name="">
            <a:extLst xmlns:a="http://schemas.openxmlformats.org/drawingml/2006/main">
              <a:ext uri="{FF2B5EF4-FFF2-40B4-BE49-F238E27FC236}">
                <a16:creationId xmlns:a16="http://schemas.microsoft.com/office/drawing/2014/main" id="{5A9B0650-1511-407A-872D-2085E3E13BFC}"/>
              </a:ext>
            </a:extLst>
          </p:cNvPr>
          <p:cNvSpPr>
            <a:spLocks xmlns:a="http://schemas.openxmlformats.org/drawingml/2006/main" noGrp="1"/>
          </p:cNvSpPr>
          <p:nvPr/>
        </p:nvSpPr>
        <p:spPr>
          <a:xfrm xmlns:a="http://schemas.openxmlformats.org/drawingml/2006/main">
            <a:off x="5048250" y="3067050"/>
            <a:ext cx="1943100" cy="1466850"/>
          </a:xfrm>
          <a:prstGeom xmlns:a="http://schemas.openxmlformats.org/drawingml/2006/main" prst="roundRect">
            <a:avLst>
              <a:gd name="adj" fmla="val 7792"/>
            </a:avLst>
          </a:prstGeom>
          <a:solidFill xmlns:a="http://schemas.openxmlformats.org/drawingml/2006/main">
            <a:srgbClr val="F7F8FA"/>
          </a:solidFill>
          <a:ln xmlns:a="http://schemas.openxmlformats.org/drawingml/2006/main" w="9525">
            <a:solidFill>
              <a:srgbClr val="DCE2EA"/>
            </a:solidFill>
            <a:prstDash val="solid"/>
          </a:ln>
        </p:spPr>
      </p:sp>
      <p:sp>
        <p:nvSpPr>
          <p:cNvPr id="29" name="">
            <a:extLst xmlns:a="http://schemas.openxmlformats.org/drawingml/2006/main">
              <a:ext uri="{FF2B5EF4-FFF2-40B4-BE49-F238E27FC236}">
                <a16:creationId xmlns:a16="http://schemas.microsoft.com/office/drawing/2014/main" id="{7912A43F-F694-4D29-8E90-0DE0F3A99236}"/>
              </a:ext>
            </a:extLst>
          </p:cNvPr>
          <p:cNvSpPr>
            <a:spLocks xmlns:a="http://schemas.openxmlformats.org/drawingml/2006/main" noGrp="1"/>
          </p:cNvSpPr>
          <p:nvPr/>
        </p:nvSpPr>
        <p:spPr>
          <a:xfrm xmlns:a="http://schemas.openxmlformats.org/drawingml/2006/main">
            <a:off x="5162550" y="32194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30" name="">
            <a:extLst xmlns:a="http://schemas.openxmlformats.org/drawingml/2006/main">
              <a:ext uri="{FF2B5EF4-FFF2-40B4-BE49-F238E27FC236}">
                <a16:creationId xmlns:a16="http://schemas.microsoft.com/office/drawing/2014/main" id="{CC64632D-B2CE-4045-B750-ADAA6609AE6F}"/>
              </a:ext>
            </a:extLst>
          </p:cNvPr>
          <p:cNvSpPr>
            <a:spLocks xmlns:a="http://schemas.openxmlformats.org/drawingml/2006/main" noGrp="1"/>
          </p:cNvSpPr>
          <p:nvPr/>
        </p:nvSpPr>
        <p:spPr>
          <a:xfrm xmlns:a="http://schemas.openxmlformats.org/drawingml/2006/main">
            <a:off x="51625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3</a:t>
            </a:r>
          </a:p>
        </p:txBody>
      </p:sp>
      <p:sp>
        <p:nvSpPr>
          <p:cNvPr id="31" name="">
            <a:extLst xmlns:a="http://schemas.openxmlformats.org/drawingml/2006/main">
              <a:ext uri="{FF2B5EF4-FFF2-40B4-BE49-F238E27FC236}">
                <a16:creationId xmlns:a16="http://schemas.microsoft.com/office/drawing/2014/main" id="{7A8E7E38-3CE7-4E09-BC47-BAB7A574D6F6}"/>
              </a:ext>
            </a:extLst>
          </p:cNvPr>
          <p:cNvSpPr>
            <a:spLocks xmlns:a="http://schemas.openxmlformats.org/drawingml/2006/main" noGrp="1"/>
          </p:cNvSpPr>
          <p:nvPr/>
        </p:nvSpPr>
        <p:spPr>
          <a:xfrm xmlns:a="http://schemas.openxmlformats.org/drawingml/2006/main">
            <a:off x="5600700" y="32385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予測</a:t>
            </a:r>
          </a:p>
        </p:txBody>
      </p:sp>
      <p:sp>
        <p:nvSpPr>
          <p:cNvPr id="32" name="">
            <a:extLst xmlns:a="http://schemas.openxmlformats.org/drawingml/2006/main">
              <a:ext uri="{FF2B5EF4-FFF2-40B4-BE49-F238E27FC236}">
                <a16:creationId xmlns:a16="http://schemas.microsoft.com/office/drawing/2014/main" id="{7C1E0CAE-EEEE-4CFF-8A19-1D3AA951827A}"/>
              </a:ext>
            </a:extLst>
          </p:cNvPr>
          <p:cNvSpPr>
            <a:spLocks xmlns:a="http://schemas.openxmlformats.org/drawingml/2006/main" noGrp="1"/>
          </p:cNvSpPr>
          <p:nvPr/>
        </p:nvSpPr>
        <p:spPr>
          <a:xfrm xmlns:a="http://schemas.openxmlformats.org/drawingml/2006/main">
            <a:off x="5200650" y="36385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78"/>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次の反応や、より望まれる</a:t>
            </a:r>
          </a:p>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応答を予測する</a:t>
            </a:r>
          </a:p>
        </p:txBody>
      </p:sp>
      <p:sp>
        <p:nvSpPr>
          <p:cNvPr id="33" name="">
            <a:extLst xmlns:a="http://schemas.openxmlformats.org/drawingml/2006/main">
              <a:ext uri="{FF2B5EF4-FFF2-40B4-BE49-F238E27FC236}">
                <a16:creationId xmlns:a16="http://schemas.microsoft.com/office/drawing/2014/main" id="{48FC19E4-EDDB-40EA-927A-2C19A24921EA}"/>
              </a:ext>
            </a:extLst>
          </p:cNvPr>
          <p:cNvSpPr>
            <a:spLocks xmlns:a="http://schemas.openxmlformats.org/drawingml/2006/main" noGrp="1"/>
          </p:cNvSpPr>
          <p:nvPr/>
        </p:nvSpPr>
        <p:spPr>
          <a:xfrm xmlns:a="http://schemas.openxmlformats.org/drawingml/2006/main">
            <a:off x="5200650" y="422910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1" i="0">
                <a:solidFill>
                  <a:srgbClr val="3D8DFF"/>
                </a:solidFill>
                <a:latin typeface="Noto Sans CJK TC"/>
                <a:ea typeface="Noto Sans CJK TC"/>
                <a:cs typeface="Noto Sans CJK TC"/>
              </a:defRPr>
            </a:pPr>
            <a:r>
              <a:rPr sz="1125" b="1" i="0">
                <a:solidFill>
                  <a:srgbClr val="3D8DFF"/>
                </a:solidFill>
                <a:latin typeface="Noto Sans CJK TC"/>
                <a:ea typeface="Noto Sans CJK TC"/>
                <a:cs typeface="Noto Sans CJK TC"/>
              </a:rPr>
              <a:t>採点できる</a:t>
            </a:r>
          </a:p>
        </p:txBody>
      </p:sp>
      <p:sp>
        <p:nvSpPr>
          <p:cNvPr id="34" name="">
            <a:extLst xmlns:a="http://schemas.openxmlformats.org/drawingml/2006/main">
              <a:ext uri="{FF2B5EF4-FFF2-40B4-BE49-F238E27FC236}">
                <a16:creationId xmlns:a16="http://schemas.microsoft.com/office/drawing/2014/main" id="{FC4E1B81-CB7A-487E-90FC-56C0F021516B}"/>
              </a:ext>
            </a:extLst>
          </p:cNvPr>
          <p:cNvSpPr>
            <a:spLocks xmlns:a="http://schemas.openxmlformats.org/drawingml/2006/main" noGrp="1"/>
          </p:cNvSpPr>
          <p:nvPr/>
        </p:nvSpPr>
        <p:spPr>
          <a:xfrm xmlns:a="http://schemas.openxmlformats.org/drawingml/2006/main">
            <a:off x="7334250" y="3067050"/>
            <a:ext cx="1943100" cy="1466850"/>
          </a:xfrm>
          <a:prstGeom xmlns:a="http://schemas.openxmlformats.org/drawingml/2006/main" prst="roundRect">
            <a:avLst>
              <a:gd name="adj" fmla="val 7792"/>
            </a:avLst>
          </a:prstGeom>
          <a:solidFill xmlns:a="http://schemas.openxmlformats.org/drawingml/2006/main">
            <a:srgbClr val="F7F8FA"/>
          </a:solidFill>
          <a:ln xmlns:a="http://schemas.openxmlformats.org/drawingml/2006/main" w="9525">
            <a:solidFill>
              <a:srgbClr val="DCE2EA"/>
            </a:solidFill>
            <a:prstDash val="solid"/>
          </a:ln>
        </p:spPr>
      </p:sp>
      <p:sp>
        <p:nvSpPr>
          <p:cNvPr id="35" name="">
            <a:extLst xmlns:a="http://schemas.openxmlformats.org/drawingml/2006/main">
              <a:ext uri="{FF2B5EF4-FFF2-40B4-BE49-F238E27FC236}">
                <a16:creationId xmlns:a16="http://schemas.microsoft.com/office/drawing/2014/main" id="{57275378-596C-44EC-B008-481F9FDF1A46}"/>
              </a:ext>
            </a:extLst>
          </p:cNvPr>
          <p:cNvSpPr>
            <a:spLocks xmlns:a="http://schemas.openxmlformats.org/drawingml/2006/main" noGrp="1"/>
          </p:cNvSpPr>
          <p:nvPr/>
        </p:nvSpPr>
        <p:spPr>
          <a:xfrm xmlns:a="http://schemas.openxmlformats.org/drawingml/2006/main">
            <a:off x="7448550" y="3219450"/>
            <a:ext cx="323850" cy="3238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36" name="">
            <a:extLst xmlns:a="http://schemas.openxmlformats.org/drawingml/2006/main">
              <a:ext uri="{FF2B5EF4-FFF2-40B4-BE49-F238E27FC236}">
                <a16:creationId xmlns:a16="http://schemas.microsoft.com/office/drawing/2014/main" id="{5B825A46-058A-4711-9F79-4E69CB36FC99}"/>
              </a:ext>
            </a:extLst>
          </p:cNvPr>
          <p:cNvSpPr>
            <a:spLocks xmlns:a="http://schemas.openxmlformats.org/drawingml/2006/main" noGrp="1"/>
          </p:cNvSpPr>
          <p:nvPr/>
        </p:nvSpPr>
        <p:spPr>
          <a:xfrm xmlns:a="http://schemas.openxmlformats.org/drawingml/2006/main">
            <a:off x="74485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4</a:t>
            </a:r>
          </a:p>
        </p:txBody>
      </p:sp>
      <p:sp>
        <p:nvSpPr>
          <p:cNvPr id="37" name="">
            <a:extLst xmlns:a="http://schemas.openxmlformats.org/drawingml/2006/main">
              <a:ext uri="{FF2B5EF4-FFF2-40B4-BE49-F238E27FC236}">
                <a16:creationId xmlns:a16="http://schemas.microsoft.com/office/drawing/2014/main" id="{7E33F8D3-BCE2-41C1-9915-FC1A2F66DDD2}"/>
              </a:ext>
            </a:extLst>
          </p:cNvPr>
          <p:cNvSpPr>
            <a:spLocks xmlns:a="http://schemas.openxmlformats.org/drawingml/2006/main" noGrp="1"/>
          </p:cNvSpPr>
          <p:nvPr/>
        </p:nvSpPr>
        <p:spPr>
          <a:xfrm xmlns:a="http://schemas.openxmlformats.org/drawingml/2006/main">
            <a:off x="7886700" y="32385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結果</a:t>
            </a:r>
          </a:p>
        </p:txBody>
      </p:sp>
      <p:sp>
        <p:nvSpPr>
          <p:cNvPr id="38" name="">
            <a:extLst xmlns:a="http://schemas.openxmlformats.org/drawingml/2006/main">
              <a:ext uri="{FF2B5EF4-FFF2-40B4-BE49-F238E27FC236}">
                <a16:creationId xmlns:a16="http://schemas.microsoft.com/office/drawing/2014/main" id="{50EB9F3D-D7EC-4AE4-9E8A-60E8E4BCD44E}"/>
              </a:ext>
            </a:extLst>
          </p:cNvPr>
          <p:cNvSpPr>
            <a:spLocks xmlns:a="http://schemas.openxmlformats.org/drawingml/2006/main" noGrp="1"/>
          </p:cNvSpPr>
          <p:nvPr/>
        </p:nvSpPr>
        <p:spPr>
          <a:xfrm xmlns:a="http://schemas.openxmlformats.org/drawingml/2006/main">
            <a:off x="7486650" y="36385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422"/>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利用者の後続で</a:t>
            </a:r>
          </a:p>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支持・否定・不明を判定</a:t>
            </a:r>
          </a:p>
        </p:txBody>
      </p:sp>
      <p:sp>
        <p:nvSpPr>
          <p:cNvPr id="39" name="">
            <a:extLst xmlns:a="http://schemas.openxmlformats.org/drawingml/2006/main">
              <a:ext uri="{FF2B5EF4-FFF2-40B4-BE49-F238E27FC236}">
                <a16:creationId xmlns:a16="http://schemas.microsoft.com/office/drawing/2014/main" id="{1B46AABB-59CD-413B-A7D7-62F26AC25ED8}"/>
              </a:ext>
            </a:extLst>
          </p:cNvPr>
          <p:cNvSpPr>
            <a:spLocks xmlns:a="http://schemas.openxmlformats.org/drawingml/2006/main" noGrp="1"/>
          </p:cNvSpPr>
          <p:nvPr/>
        </p:nvSpPr>
        <p:spPr>
          <a:xfrm xmlns:a="http://schemas.openxmlformats.org/drawingml/2006/main">
            <a:off x="7486650" y="422910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1" i="0">
                <a:solidFill>
                  <a:srgbClr val="3D8DFF"/>
                </a:solidFill>
                <a:latin typeface="Noto Sans CJK TC"/>
                <a:ea typeface="Noto Sans CJK TC"/>
                <a:cs typeface="Noto Sans CJK TC"/>
              </a:defRPr>
            </a:pPr>
            <a:r>
              <a:rPr sz="1125" b="1" i="0">
                <a:solidFill>
                  <a:srgbClr val="3D8DFF"/>
                </a:solidFill>
                <a:latin typeface="Noto Sans CJK TC"/>
                <a:ea typeface="Noto Sans CJK TC"/>
                <a:cs typeface="Noto Sans CJK TC"/>
              </a:rPr>
              <a:t>当否を確認できる</a:t>
            </a:r>
          </a:p>
        </p:txBody>
      </p:sp>
      <p:sp>
        <p:nvSpPr>
          <p:cNvPr id="40" name="">
            <a:extLst xmlns:a="http://schemas.openxmlformats.org/drawingml/2006/main">
              <a:ext uri="{FF2B5EF4-FFF2-40B4-BE49-F238E27FC236}">
                <a16:creationId xmlns:a16="http://schemas.microsoft.com/office/drawing/2014/main" id="{ABF166D9-EFB2-4038-A0C8-92583FA07004}"/>
              </a:ext>
            </a:extLst>
          </p:cNvPr>
          <p:cNvSpPr>
            <a:spLocks xmlns:a="http://schemas.openxmlformats.org/drawingml/2006/main" noGrp="1"/>
          </p:cNvSpPr>
          <p:nvPr/>
        </p:nvSpPr>
        <p:spPr>
          <a:xfrm xmlns:a="http://schemas.openxmlformats.org/drawingml/2006/main">
            <a:off x="9620250" y="3067050"/>
            <a:ext cx="1943100" cy="1466850"/>
          </a:xfrm>
          <a:prstGeom xmlns:a="http://schemas.openxmlformats.org/drawingml/2006/main" prst="roundRect">
            <a:avLst>
              <a:gd name="adj" fmla="val 7792"/>
            </a:avLst>
          </a:prstGeom>
          <a:solidFill xmlns:a="http://schemas.openxmlformats.org/drawingml/2006/main">
            <a:srgbClr val="E8F7EF"/>
          </a:solidFill>
          <a:ln xmlns:a="http://schemas.openxmlformats.org/drawingml/2006/main" w="9525">
            <a:solidFill>
              <a:srgbClr val="DCE2EA"/>
            </a:solidFill>
            <a:prstDash val="solid"/>
          </a:ln>
        </p:spPr>
      </p:sp>
      <p:sp>
        <p:nvSpPr>
          <p:cNvPr id="41" name="">
            <a:extLst xmlns:a="http://schemas.openxmlformats.org/drawingml/2006/main">
              <a:ext uri="{FF2B5EF4-FFF2-40B4-BE49-F238E27FC236}">
                <a16:creationId xmlns:a16="http://schemas.microsoft.com/office/drawing/2014/main" id="{2ED88CEA-2D46-4874-B00E-ED9D20F317D5}"/>
              </a:ext>
            </a:extLst>
          </p:cNvPr>
          <p:cNvSpPr>
            <a:spLocks xmlns:a="http://schemas.openxmlformats.org/drawingml/2006/main" noGrp="1"/>
          </p:cNvSpPr>
          <p:nvPr/>
        </p:nvSpPr>
        <p:spPr>
          <a:xfrm xmlns:a="http://schemas.openxmlformats.org/drawingml/2006/main">
            <a:off x="9734550" y="3219450"/>
            <a:ext cx="323850" cy="323850"/>
          </a:xfrm>
          <a:prstGeom xmlns:a="http://schemas.openxmlformats.org/drawingml/2006/main" prst="ellipse">
            <a:avLst/>
          </a:prstGeom>
          <a:solidFill xmlns:a="http://schemas.openxmlformats.org/drawingml/2006/main">
            <a:srgbClr val="35A56F"/>
          </a:solidFill>
          <a:ln xmlns:a="http://schemas.openxmlformats.org/drawingml/2006/main" w="0">
            <a:solidFill>
              <a:srgbClr val="35A56F"/>
            </a:solidFill>
            <a:prstDash val="solid"/>
          </a:ln>
        </p:spPr>
      </p:sp>
      <p:sp>
        <p:nvSpPr>
          <p:cNvPr id="42" name="">
            <a:extLst xmlns:a="http://schemas.openxmlformats.org/drawingml/2006/main">
              <a:ext uri="{FF2B5EF4-FFF2-40B4-BE49-F238E27FC236}">
                <a16:creationId xmlns:a16="http://schemas.microsoft.com/office/drawing/2014/main" id="{9AFB003A-DAE5-49DB-BD4E-6B6070B6568E}"/>
              </a:ext>
            </a:extLst>
          </p:cNvPr>
          <p:cNvSpPr>
            <a:spLocks xmlns:a="http://schemas.openxmlformats.org/drawingml/2006/main" noGrp="1"/>
          </p:cNvSpPr>
          <p:nvPr/>
        </p:nvSpPr>
        <p:spPr>
          <a:xfrm xmlns:a="http://schemas.openxmlformats.org/drawingml/2006/main">
            <a:off x="9734550" y="3276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07"/>
          </a:bodyPr>
          <a:lstStyle xmlns:a="http://schemas.openxmlformats.org/drawingml/2006/main"/>
          <a:p xmlns:a="http://schemas.openxmlformats.org/drawingml/2006/main">
            <a:pPr algn="ctr">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5</a:t>
            </a:r>
          </a:p>
        </p:txBody>
      </p:sp>
      <p:sp>
        <p:nvSpPr>
          <p:cNvPr id="43" name="">
            <a:extLst xmlns:a="http://schemas.openxmlformats.org/drawingml/2006/main">
              <a:ext uri="{FF2B5EF4-FFF2-40B4-BE49-F238E27FC236}">
                <a16:creationId xmlns:a16="http://schemas.microsoft.com/office/drawing/2014/main" id="{BF4A3CFE-0DB6-480F-93B0-CEC339B0D108}"/>
              </a:ext>
            </a:extLst>
          </p:cNvPr>
          <p:cNvSpPr>
            <a:spLocks xmlns:a="http://schemas.openxmlformats.org/drawingml/2006/main" noGrp="1"/>
          </p:cNvSpPr>
          <p:nvPr/>
        </p:nvSpPr>
        <p:spPr>
          <a:xfrm xmlns:a="http://schemas.openxmlformats.org/drawingml/2006/main">
            <a:off x="10172700" y="32385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35A56F"/>
                </a:solidFill>
                <a:latin typeface="Noto Sans CJK TC"/>
                <a:ea typeface="Noto Sans CJK TC"/>
                <a:cs typeface="Noto Sans CJK TC"/>
              </a:defRPr>
            </a:pPr>
            <a:r>
              <a:rPr sz="1575" b="1" i="0">
                <a:solidFill>
                  <a:srgbClr val="35A56F"/>
                </a:solidFill>
                <a:latin typeface="Noto Sans CJK TC"/>
                <a:ea typeface="Noto Sans CJK TC"/>
                <a:cs typeface="Noto Sans CJK TC"/>
              </a:rPr>
              <a:t>更新</a:t>
            </a:r>
          </a:p>
        </p:txBody>
      </p:sp>
      <p:sp>
        <p:nvSpPr>
          <p:cNvPr id="44" name="">
            <a:extLst xmlns:a="http://schemas.openxmlformats.org/drawingml/2006/main">
              <a:ext uri="{FF2B5EF4-FFF2-40B4-BE49-F238E27FC236}">
                <a16:creationId xmlns:a16="http://schemas.microsoft.com/office/drawing/2014/main" id="{2968BFC4-EDAC-48B5-A309-D5D654A9A31D}"/>
              </a:ext>
            </a:extLst>
          </p:cNvPr>
          <p:cNvSpPr>
            <a:spLocks xmlns:a="http://schemas.openxmlformats.org/drawingml/2006/main" noGrp="1"/>
          </p:cNvSpPr>
          <p:nvPr/>
        </p:nvSpPr>
        <p:spPr>
          <a:xfrm xmlns:a="http://schemas.openxmlformats.org/drawingml/2006/main">
            <a:off x="9772650" y="36385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低下・撤回・維持・</a:t>
            </a:r>
          </a:p>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上昇で変数を更新</a:t>
            </a:r>
          </a:p>
        </p:txBody>
      </p:sp>
      <p:sp>
        <p:nvSpPr>
          <p:cNvPr id="45" name="">
            <a:extLst xmlns:a="http://schemas.openxmlformats.org/drawingml/2006/main">
              <a:ext uri="{FF2B5EF4-FFF2-40B4-BE49-F238E27FC236}">
                <a16:creationId xmlns:a16="http://schemas.microsoft.com/office/drawing/2014/main" id="{968E6723-42D1-4217-955B-88CA909C7674}"/>
              </a:ext>
            </a:extLst>
          </p:cNvPr>
          <p:cNvSpPr>
            <a:spLocks xmlns:a="http://schemas.openxmlformats.org/drawingml/2006/main" noGrp="1"/>
          </p:cNvSpPr>
          <p:nvPr/>
        </p:nvSpPr>
        <p:spPr>
          <a:xfrm xmlns:a="http://schemas.openxmlformats.org/drawingml/2006/main">
            <a:off x="9772650" y="422910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1" i="0">
                <a:solidFill>
                  <a:srgbClr val="35A56F"/>
                </a:solidFill>
                <a:latin typeface="Noto Sans CJK TC"/>
                <a:ea typeface="Noto Sans CJK TC"/>
                <a:cs typeface="Noto Sans CJK TC"/>
              </a:defRPr>
            </a:pPr>
            <a:r>
              <a:rPr sz="1125" b="1" i="0">
                <a:solidFill>
                  <a:srgbClr val="35A56F"/>
                </a:solidFill>
                <a:latin typeface="Noto Sans CJK TC"/>
                <a:ea typeface="Noto Sans CJK TC"/>
                <a:cs typeface="Noto Sans CJK TC"/>
              </a:rPr>
              <a:t>モデルが修正される</a:t>
            </a:r>
          </a:p>
        </p:txBody>
      </p:sp>
      <p:sp>
        <p:nvSpPr>
          <p:cNvPr id="46" name="">
            <a:extLst xmlns:a="http://schemas.openxmlformats.org/drawingml/2006/main">
              <a:ext uri="{FF2B5EF4-FFF2-40B4-BE49-F238E27FC236}">
                <a16:creationId xmlns:a16="http://schemas.microsoft.com/office/drawing/2014/main" id="{21C6484B-1C06-41C8-A49D-25FA84CB7854}"/>
              </a:ext>
            </a:extLst>
          </p:cNvPr>
          <p:cNvSpPr>
            <a:spLocks xmlns:a="http://schemas.openxmlformats.org/drawingml/2006/main" noGrp="1"/>
          </p:cNvSpPr>
          <p:nvPr/>
        </p:nvSpPr>
        <p:spPr>
          <a:xfrm xmlns:a="http://schemas.openxmlformats.org/drawingml/2006/main">
            <a:off x="800100" y="4857750"/>
            <a:ext cx="10591800" cy="914400"/>
          </a:xfrm>
          <a:prstGeom xmlns:a="http://schemas.openxmlformats.org/drawingml/2006/main" prst="roundRect">
            <a:avLst>
              <a:gd name="adj" fmla="val 12500"/>
            </a:avLst>
          </a:prstGeom>
          <a:solidFill xmlns:a="http://schemas.openxmlformats.org/drawingml/2006/main">
            <a:srgbClr val="EAF5FB"/>
          </a:solidFill>
          <a:ln xmlns:a="http://schemas.openxmlformats.org/drawingml/2006/main" w="9525">
            <a:solidFill>
              <a:srgbClr val="BBDDF1"/>
            </a:solidFill>
            <a:prstDash val="solid"/>
          </a:ln>
        </p:spPr>
      </p:sp>
      <p:sp>
        <p:nvSpPr>
          <p:cNvPr id="47" name="">
            <a:extLst xmlns:a="http://schemas.openxmlformats.org/drawingml/2006/main">
              <a:ext uri="{FF2B5EF4-FFF2-40B4-BE49-F238E27FC236}">
                <a16:creationId xmlns:a16="http://schemas.microsoft.com/office/drawing/2014/main" id="{A3E07981-A511-4E59-81D7-219A213CABAE}"/>
              </a:ext>
            </a:extLst>
          </p:cNvPr>
          <p:cNvSpPr>
            <a:spLocks xmlns:a="http://schemas.openxmlformats.org/drawingml/2006/main" noGrp="1"/>
          </p:cNvSpPr>
          <p:nvPr/>
        </p:nvSpPr>
        <p:spPr>
          <a:xfrm xmlns:a="http://schemas.openxmlformats.org/drawingml/2006/main">
            <a:off x="990600" y="50292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複数ターンの実例</a:t>
            </a:r>
          </a:p>
        </p:txBody>
      </p:sp>
      <p:sp>
        <p:nvSpPr>
          <p:cNvPr id="48" name="">
            <a:extLst xmlns:a="http://schemas.openxmlformats.org/drawingml/2006/main">
              <a:ext uri="{FF2B5EF4-FFF2-40B4-BE49-F238E27FC236}">
                <a16:creationId xmlns:a16="http://schemas.microsoft.com/office/drawing/2014/main" id="{3A8AF2B5-4698-4DF1-B136-9C1D6B1F8C8A}"/>
              </a:ext>
            </a:extLst>
          </p:cNvPr>
          <p:cNvSpPr>
            <a:spLocks xmlns:a="http://schemas.openxmlformats.org/drawingml/2006/main" noGrp="1"/>
          </p:cNvSpPr>
          <p:nvPr/>
        </p:nvSpPr>
        <p:spPr>
          <a:xfrm xmlns:a="http://schemas.openxmlformats.org/drawingml/2006/main">
            <a:off x="2705100" y="5010150"/>
            <a:ext cx="784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第1ターン：システムは「期待／不安」の両方を残し、どちらかを確認する。</a:t>
            </a:r>
          </a:p>
        </p:txBody>
      </p:sp>
      <p:sp>
        <p:nvSpPr>
          <p:cNvPr id="49" name="">
            <a:extLst xmlns:a="http://schemas.openxmlformats.org/drawingml/2006/main">
              <a:ext uri="{FF2B5EF4-FFF2-40B4-BE49-F238E27FC236}">
                <a16:creationId xmlns:a16="http://schemas.microsoft.com/office/drawing/2014/main" id="{5E9AA73A-A5E2-46E6-AB72-8464CA41FCEE}"/>
              </a:ext>
            </a:extLst>
          </p:cNvPr>
          <p:cNvSpPr>
            <a:spLocks xmlns:a="http://schemas.openxmlformats.org/drawingml/2006/main" noGrp="1"/>
          </p:cNvSpPr>
          <p:nvPr/>
        </p:nvSpPr>
        <p:spPr>
          <a:xfrm xmlns:a="http://schemas.openxmlformats.org/drawingml/2006/main">
            <a:off x="2705100" y="5410200"/>
            <a:ext cx="822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536174"/>
                </a:solidFill>
                <a:latin typeface="Noto Sans CJK TC"/>
                <a:ea typeface="Noto Sans CJK TC"/>
                <a:cs typeface="Noto Sans CJK TC"/>
              </a:defRPr>
            </a:pPr>
            <a:r>
              <a:rPr sz="1350" b="0" i="0">
                <a:solidFill>
                  <a:srgbClr val="536174"/>
                </a:solidFill>
                <a:latin typeface="Noto Sans CJK TC"/>
                <a:ea typeface="Noto Sans CJK TC"/>
                <a:cs typeface="Noto Sans CJK TC"/>
              </a:rPr>
              <a:t>第2ターン：緊張ではないと否定 → 仮説を撤回し、「そっちだな、読み違えた。」と応答して更新。</a:t>
            </a:r>
          </a:p>
        </p:txBody>
      </p:sp>
      <p:sp>
        <p:nvSpPr>
          <p:cNvPr id="50" name="">
            <a:extLst xmlns:a="http://schemas.openxmlformats.org/drawingml/2006/main">
              <a:ext uri="{FF2B5EF4-FFF2-40B4-BE49-F238E27FC236}">
                <a16:creationId xmlns:a16="http://schemas.microsoft.com/office/drawing/2014/main" id="{24B52FCB-DFAB-43F6-AA78-1C390155488F}"/>
              </a:ext>
            </a:extLst>
          </p:cNvPr>
          <p:cNvSpPr>
            <a:spLocks xmlns:a="http://schemas.openxmlformats.org/drawingml/2006/main" noGrp="1"/>
          </p:cNvSpPr>
          <p:nvPr/>
        </p:nvSpPr>
        <p:spPr>
          <a:xfrm xmlns:a="http://schemas.openxmlformats.org/drawingml/2006/main">
            <a:off x="685800" y="60102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D75252"/>
                </a:solidFill>
                <a:latin typeface="Noto Sans CJK TC"/>
                <a:ea typeface="Noto Sans CJK TC"/>
                <a:cs typeface="Noto Sans CJK TC"/>
              </a:defRPr>
            </a:pPr>
            <a:r>
              <a:rPr sz="1350" b="1" i="0">
                <a:solidFill>
                  <a:srgbClr val="D75252"/>
                </a:solidFill>
                <a:latin typeface="Noto Sans CJK TC"/>
                <a:ea typeface="Noto Sans CJK TC"/>
                <a:cs typeface="Noto Sans CJK TC"/>
              </a:rPr>
              <a:t>この5段階で日常理解を追跡・修正できる。次の問いは、唯一解がない中でどう公平に比較するかである。</a:t>
            </a:r>
          </a:p>
        </p:txBody>
      </p:sp>
    </p:spTree>
    <p:extLst>
      <p:ext uri="{BB962C8B-B14F-4D97-AF65-F5344CB8AC3E}">
        <p14:creationId xmlns:p14="http://schemas.microsoft.com/office/powerpoint/2010/main" val="72056164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A06E386-25A9-456B-8B66-8ED8BFB1ABB3}"/>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単一ベンチマークでは足りない理由</a:t>
            </a:r>
          </a:p>
        </p:txBody>
      </p:sp>
      <p:sp>
        <p:nvSpPr>
          <p:cNvPr id="2" name="">
            <a:extLst xmlns:a="http://schemas.openxmlformats.org/drawingml/2006/main">
              <a:ext uri="{FF2B5EF4-FFF2-40B4-BE49-F238E27FC236}">
                <a16:creationId xmlns:a16="http://schemas.microsoft.com/office/drawing/2014/main" id="{C8E8EB48-0612-4FC5-95FA-5E2DD2BA1E1C}"/>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日常会話に唯一解はない。器官ごとに対応する公開評価が必要</a:t>
            </a:r>
          </a:p>
        </p:txBody>
      </p:sp>
      <p:sp>
        <p:nvSpPr>
          <p:cNvPr id="3" name="">
            <a:extLst xmlns:a="http://schemas.openxmlformats.org/drawingml/2006/main">
              <a:ext uri="{FF2B5EF4-FFF2-40B4-BE49-F238E27FC236}">
                <a16:creationId xmlns:a16="http://schemas.microsoft.com/office/drawing/2014/main" id="{BDCDAC14-CF07-4256-80D1-3F167CE1A8C0}"/>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04773759-D3B2-4A8F-9B62-F5ECB3C488BC}"/>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08</a:t>
            </a:r>
          </a:p>
        </p:txBody>
      </p:sp>
      <p:sp>
        <p:nvSpPr>
          <p:cNvPr id="5" name="">
            <a:extLst xmlns:a="http://schemas.openxmlformats.org/drawingml/2006/main">
              <a:ext uri="{FF2B5EF4-FFF2-40B4-BE49-F238E27FC236}">
                <a16:creationId xmlns:a16="http://schemas.microsoft.com/office/drawing/2014/main" id="{90A0C35F-0C96-4A3D-A0C9-1B52445C9EEA}"/>
              </a:ext>
            </a:extLst>
          </p:cNvPr>
          <p:cNvSpPr>
            <a:spLocks xmlns:a="http://schemas.openxmlformats.org/drawingml/2006/main" noGrp="1"/>
          </p:cNvSpPr>
          <p:nvPr/>
        </p:nvSpPr>
        <p:spPr>
          <a:xfrm xmlns:a="http://schemas.openxmlformats.org/drawingml/2006/main">
            <a:off x="533400" y="1409700"/>
            <a:ext cx="11125200" cy="609600"/>
          </a:xfrm>
          <a:prstGeom xmlns:a="http://schemas.openxmlformats.org/drawingml/2006/main" prst="roundRect">
            <a:avLst>
              <a:gd name="adj" fmla="val 18750"/>
            </a:avLst>
          </a:prstGeom>
          <a:solidFill xmlns:a="http://schemas.openxmlformats.org/drawingml/2006/main">
            <a:srgbClr val="FFF5DD"/>
          </a:solidFill>
          <a:ln xmlns:a="http://schemas.openxmlformats.org/drawingml/2006/main" w="9525">
            <a:solidFill>
              <a:srgbClr val="E6CA88"/>
            </a:solidFill>
            <a:prstDash val="solid"/>
          </a:ln>
        </p:spPr>
      </p:sp>
      <p:sp>
        <p:nvSpPr>
          <p:cNvPr id="6" name="">
            <a:extLst xmlns:a="http://schemas.openxmlformats.org/drawingml/2006/main">
              <a:ext uri="{FF2B5EF4-FFF2-40B4-BE49-F238E27FC236}">
                <a16:creationId xmlns:a16="http://schemas.microsoft.com/office/drawing/2014/main" id="{5A59F975-8598-44F6-A52A-04B2B48219BD}"/>
              </a:ext>
            </a:extLst>
          </p:cNvPr>
          <p:cNvSpPr>
            <a:spLocks xmlns:a="http://schemas.openxmlformats.org/drawingml/2006/main" noGrp="1"/>
          </p:cNvSpPr>
          <p:nvPr/>
        </p:nvSpPr>
        <p:spPr>
          <a:xfrm xmlns:a="http://schemas.openxmlformats.org/drawingml/2006/main">
            <a:off x="762000" y="15621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425" b="1" i="0">
                <a:solidFill>
                  <a:srgbClr val="7A5200"/>
                </a:solidFill>
                <a:latin typeface="Noto Sans CJK TC"/>
                <a:ea typeface="Noto Sans CJK TC"/>
                <a:cs typeface="Noto Sans CJK TC"/>
              </a:defRPr>
            </a:pPr>
            <a:r>
              <a:rPr sz="1425" b="1" i="0">
                <a:solidFill>
                  <a:srgbClr val="7A5200"/>
                </a:solidFill>
                <a:latin typeface="Noto Sans CJK TC"/>
                <a:ea typeface="Noto Sans CJK TC"/>
                <a:cs typeface="Noto Sans CJK TC"/>
              </a:rPr>
              <a:t>記憶・左脳理解・確率・表面的自然さは別問題である。単一得点で人らしさを主張せず、論文を領域別に選ぶ。</a:t>
            </a:r>
          </a:p>
        </p:txBody>
      </p:sp>
      <p:sp>
        <p:nvSpPr>
          <p:cNvPr id="7" name="">
            <a:extLst xmlns:a="http://schemas.openxmlformats.org/drawingml/2006/main">
              <a:ext uri="{FF2B5EF4-FFF2-40B4-BE49-F238E27FC236}">
                <a16:creationId xmlns:a16="http://schemas.microsoft.com/office/drawing/2014/main" id="{3B3FFB35-B04E-462F-B3B5-955A1731870A}"/>
              </a:ext>
            </a:extLst>
          </p:cNvPr>
          <p:cNvSpPr>
            <a:spLocks xmlns:a="http://schemas.openxmlformats.org/drawingml/2006/main" noGrp="1"/>
          </p:cNvSpPr>
          <p:nvPr/>
        </p:nvSpPr>
        <p:spPr>
          <a:xfrm xmlns:a="http://schemas.openxmlformats.org/drawingml/2006/main">
            <a:off x="533400" y="28384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8" name="">
            <a:extLst xmlns:a="http://schemas.openxmlformats.org/drawingml/2006/main">
              <a:ext uri="{FF2B5EF4-FFF2-40B4-BE49-F238E27FC236}">
                <a16:creationId xmlns:a16="http://schemas.microsoft.com/office/drawing/2014/main" id="{240CAED6-CDE2-4493-83FF-1E8CB0901AD6}"/>
              </a:ext>
            </a:extLst>
          </p:cNvPr>
          <p:cNvSpPr>
            <a:spLocks xmlns:a="http://schemas.openxmlformats.org/drawingml/2006/main" noGrp="1"/>
          </p:cNvSpPr>
          <p:nvPr/>
        </p:nvSpPr>
        <p:spPr>
          <a:xfrm xmlns:a="http://schemas.openxmlformats.org/drawingml/2006/main">
            <a:off x="685800" y="23241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PUB · 2024</a:t>
            </a:r>
          </a:p>
        </p:txBody>
      </p:sp>
      <p:sp>
        <p:nvSpPr>
          <p:cNvPr id="9" name="">
            <a:extLst xmlns:a="http://schemas.openxmlformats.org/drawingml/2006/main">
              <a:ext uri="{FF2B5EF4-FFF2-40B4-BE49-F238E27FC236}">
                <a16:creationId xmlns:a16="http://schemas.microsoft.com/office/drawing/2014/main" id="{14B2F96B-5FED-4B02-8134-09718B4586E5}"/>
              </a:ext>
            </a:extLst>
          </p:cNvPr>
          <p:cNvSpPr>
            <a:spLocks xmlns:a="http://schemas.openxmlformats.org/drawingml/2006/main" noGrp="1"/>
          </p:cNvSpPr>
          <p:nvPr/>
        </p:nvSpPr>
        <p:spPr>
          <a:xfrm xmlns:a="http://schemas.openxmlformats.org/drawingml/2006/main">
            <a:off x="3371850" y="23241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語用理解</a:t>
            </a:r>
          </a:p>
        </p:txBody>
      </p:sp>
      <p:sp>
        <p:nvSpPr>
          <p:cNvPr id="10" name="">
            <a:extLst xmlns:a="http://schemas.openxmlformats.org/drawingml/2006/main">
              <a:ext uri="{FF2B5EF4-FFF2-40B4-BE49-F238E27FC236}">
                <a16:creationId xmlns:a16="http://schemas.microsoft.com/office/drawing/2014/main" id="{02F79B2C-AFD1-42A5-BB1A-D188B1FEBDD7}"/>
              </a:ext>
            </a:extLst>
          </p:cNvPr>
          <p:cNvSpPr>
            <a:spLocks xmlns:a="http://schemas.openxmlformats.org/drawingml/2006/main" noGrp="1"/>
          </p:cNvSpPr>
          <p:nvPr/>
        </p:nvSpPr>
        <p:spPr>
          <a:xfrm xmlns:a="http://schemas.openxmlformats.org/drawingml/2006/main">
            <a:off x="5381625" y="23241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今回は左脳だけを切り出す。問題は固定され、正誤を判定できる</a:t>
            </a:r>
          </a:p>
        </p:txBody>
      </p:sp>
      <p:sp>
        <p:nvSpPr>
          <p:cNvPr id="11" name="">
            <a:extLst xmlns:a="http://schemas.openxmlformats.org/drawingml/2006/main">
              <a:ext uri="{FF2B5EF4-FFF2-40B4-BE49-F238E27FC236}">
                <a16:creationId xmlns:a16="http://schemas.microsoft.com/office/drawing/2014/main" id="{93AD2646-5C2D-43D7-AE63-22CB642FF727}"/>
              </a:ext>
            </a:extLst>
          </p:cNvPr>
          <p:cNvSpPr>
            <a:spLocks xmlns:a="http://schemas.openxmlformats.org/drawingml/2006/main" noGrp="1"/>
          </p:cNvSpPr>
          <p:nvPr/>
        </p:nvSpPr>
        <p:spPr>
          <a:xfrm xmlns:a="http://schemas.openxmlformats.org/drawingml/2006/main">
            <a:off x="533400" y="34480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2" name="">
            <a:extLst xmlns:a="http://schemas.openxmlformats.org/drawingml/2006/main">
              <a:ext uri="{FF2B5EF4-FFF2-40B4-BE49-F238E27FC236}">
                <a16:creationId xmlns:a16="http://schemas.microsoft.com/office/drawing/2014/main" id="{CF154C56-621C-4D8B-8F81-C1BC83C591F1}"/>
              </a:ext>
            </a:extLst>
          </p:cNvPr>
          <p:cNvSpPr>
            <a:spLocks xmlns:a="http://schemas.openxmlformats.org/drawingml/2006/main" noGrp="1"/>
          </p:cNvSpPr>
          <p:nvPr/>
        </p:nvSpPr>
        <p:spPr>
          <a:xfrm xmlns:a="http://schemas.openxmlformats.org/drawingml/2006/main">
            <a:off x="685800" y="29337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LoCoMo · 2024</a:t>
            </a:r>
          </a:p>
        </p:txBody>
      </p:sp>
      <p:sp>
        <p:nvSpPr>
          <p:cNvPr id="13" name="">
            <a:extLst xmlns:a="http://schemas.openxmlformats.org/drawingml/2006/main">
              <a:ext uri="{FF2B5EF4-FFF2-40B4-BE49-F238E27FC236}">
                <a16:creationId xmlns:a16="http://schemas.microsoft.com/office/drawing/2014/main" id="{F9E6485D-FA38-4517-879C-CEFF2F743987}"/>
              </a:ext>
            </a:extLst>
          </p:cNvPr>
          <p:cNvSpPr>
            <a:spLocks xmlns:a="http://schemas.openxmlformats.org/drawingml/2006/main" noGrp="1"/>
          </p:cNvSpPr>
          <p:nvPr/>
        </p:nvSpPr>
        <p:spPr>
          <a:xfrm xmlns:a="http://schemas.openxmlformats.org/drawingml/2006/main">
            <a:off x="3371850" y="29337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長期記憶</a:t>
            </a:r>
          </a:p>
        </p:txBody>
      </p:sp>
      <p:sp>
        <p:nvSpPr>
          <p:cNvPr id="14" name="">
            <a:extLst xmlns:a="http://schemas.openxmlformats.org/drawingml/2006/main">
              <a:ext uri="{FF2B5EF4-FFF2-40B4-BE49-F238E27FC236}">
                <a16:creationId xmlns:a16="http://schemas.microsoft.com/office/drawing/2014/main" id="{206766C0-0DB4-461F-8DE6-4767C2034CD0}"/>
              </a:ext>
            </a:extLst>
          </p:cNvPr>
          <p:cNvSpPr>
            <a:spLocks xmlns:a="http://schemas.openxmlformats.org/drawingml/2006/main" noGrp="1"/>
          </p:cNvSpPr>
          <p:nvPr/>
        </p:nvSpPr>
        <p:spPr>
          <a:xfrm xmlns:a="http://schemas.openxmlformats.org/drawingml/2006/main">
            <a:off x="5381625" y="29337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一問だけでなく、想起・要約・生成に分ける</a:t>
            </a:r>
          </a:p>
        </p:txBody>
      </p:sp>
      <p:sp>
        <p:nvSpPr>
          <p:cNvPr id="15" name="">
            <a:extLst xmlns:a="http://schemas.openxmlformats.org/drawingml/2006/main">
              <a:ext uri="{FF2B5EF4-FFF2-40B4-BE49-F238E27FC236}">
                <a16:creationId xmlns:a16="http://schemas.microsoft.com/office/drawing/2014/main" id="{D5982B79-2703-46A3-93F3-A9FFC077B503}"/>
              </a:ext>
            </a:extLst>
          </p:cNvPr>
          <p:cNvSpPr>
            <a:spLocks xmlns:a="http://schemas.openxmlformats.org/drawingml/2006/main" noGrp="1"/>
          </p:cNvSpPr>
          <p:nvPr/>
        </p:nvSpPr>
        <p:spPr>
          <a:xfrm xmlns:a="http://schemas.openxmlformats.org/drawingml/2006/main">
            <a:off x="533400" y="40576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6" name="">
            <a:extLst xmlns:a="http://schemas.openxmlformats.org/drawingml/2006/main">
              <a:ext uri="{FF2B5EF4-FFF2-40B4-BE49-F238E27FC236}">
                <a16:creationId xmlns:a16="http://schemas.microsoft.com/office/drawing/2014/main" id="{1C4E5F6C-D264-4DAA-8939-D7391256E82D}"/>
              </a:ext>
            </a:extLst>
          </p:cNvPr>
          <p:cNvSpPr>
            <a:spLocks xmlns:a="http://schemas.openxmlformats.org/drawingml/2006/main" noGrp="1"/>
          </p:cNvSpPr>
          <p:nvPr/>
        </p:nvSpPr>
        <p:spPr>
          <a:xfrm xmlns:a="http://schemas.openxmlformats.org/drawingml/2006/main">
            <a:off x="685800" y="35433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Gneiting / Guo</a:t>
            </a:r>
          </a:p>
        </p:txBody>
      </p:sp>
      <p:sp>
        <p:nvSpPr>
          <p:cNvPr id="17" name="">
            <a:extLst xmlns:a="http://schemas.openxmlformats.org/drawingml/2006/main">
              <a:ext uri="{FF2B5EF4-FFF2-40B4-BE49-F238E27FC236}">
                <a16:creationId xmlns:a16="http://schemas.microsoft.com/office/drawing/2014/main" id="{BB9F7F19-6C0B-4896-A6F6-5DC2344DDE5B}"/>
              </a:ext>
            </a:extLst>
          </p:cNvPr>
          <p:cNvSpPr>
            <a:spLocks xmlns:a="http://schemas.openxmlformats.org/drawingml/2006/main" noGrp="1"/>
          </p:cNvSpPr>
          <p:nvPr/>
        </p:nvSpPr>
        <p:spPr>
          <a:xfrm xmlns:a="http://schemas.openxmlformats.org/drawingml/2006/main">
            <a:off x="3371850" y="35433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確率の信頼性</a:t>
            </a:r>
          </a:p>
        </p:txBody>
      </p:sp>
      <p:sp>
        <p:nvSpPr>
          <p:cNvPr id="18" name="">
            <a:extLst xmlns:a="http://schemas.openxmlformats.org/drawingml/2006/main">
              <a:ext uri="{FF2B5EF4-FFF2-40B4-BE49-F238E27FC236}">
                <a16:creationId xmlns:a16="http://schemas.microsoft.com/office/drawing/2014/main" id="{ED10733E-F26F-460A-9BB8-0653310DEE28}"/>
              </a:ext>
            </a:extLst>
          </p:cNvPr>
          <p:cNvSpPr>
            <a:spLocks xmlns:a="http://schemas.openxmlformats.org/drawingml/2006/main" noGrp="1"/>
          </p:cNvSpPr>
          <p:nvPr/>
        </p:nvSpPr>
        <p:spPr>
          <a:xfrm xmlns:a="http://schemas.openxmlformats.org/drawingml/2006/main">
            <a:off x="5381625" y="35433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誤答に高い自信を持つほど大きく罰する</a:t>
            </a:r>
          </a:p>
        </p:txBody>
      </p:sp>
      <p:sp>
        <p:nvSpPr>
          <p:cNvPr id="19" name="">
            <a:extLst xmlns:a="http://schemas.openxmlformats.org/drawingml/2006/main">
              <a:ext uri="{FF2B5EF4-FFF2-40B4-BE49-F238E27FC236}">
                <a16:creationId xmlns:a16="http://schemas.microsoft.com/office/drawing/2014/main" id="{ED72A297-738D-426D-ABC4-623B552D081B}"/>
              </a:ext>
            </a:extLst>
          </p:cNvPr>
          <p:cNvSpPr>
            <a:spLocks xmlns:a="http://schemas.openxmlformats.org/drawingml/2006/main" noGrp="1"/>
          </p:cNvSpPr>
          <p:nvPr/>
        </p:nvSpPr>
        <p:spPr>
          <a:xfrm xmlns:a="http://schemas.openxmlformats.org/drawingml/2006/main">
            <a:off x="533400" y="46672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0" name="">
            <a:extLst xmlns:a="http://schemas.openxmlformats.org/drawingml/2006/main">
              <a:ext uri="{FF2B5EF4-FFF2-40B4-BE49-F238E27FC236}">
                <a16:creationId xmlns:a16="http://schemas.microsoft.com/office/drawing/2014/main" id="{C974C8C6-5FC5-4A99-A1C1-4D4DDF5DD7E5}"/>
              </a:ext>
            </a:extLst>
          </p:cNvPr>
          <p:cNvSpPr>
            <a:spLocks xmlns:a="http://schemas.openxmlformats.org/drawingml/2006/main" noGrp="1"/>
          </p:cNvSpPr>
          <p:nvPr/>
        </p:nvSpPr>
        <p:spPr>
          <a:xfrm xmlns:a="http://schemas.openxmlformats.org/drawingml/2006/main">
            <a:off x="685800" y="41529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Peyrard</a:t>
            </a:r>
          </a:p>
        </p:txBody>
      </p:sp>
      <p:sp>
        <p:nvSpPr>
          <p:cNvPr id="21" name="">
            <a:extLst xmlns:a="http://schemas.openxmlformats.org/drawingml/2006/main">
              <a:ext uri="{FF2B5EF4-FFF2-40B4-BE49-F238E27FC236}">
                <a16:creationId xmlns:a16="http://schemas.microsoft.com/office/drawing/2014/main" id="{1E593A4E-0CCD-4831-A8A7-B2FCC73E016A}"/>
              </a:ext>
            </a:extLst>
          </p:cNvPr>
          <p:cNvSpPr>
            <a:spLocks xmlns:a="http://schemas.openxmlformats.org/drawingml/2006/main" noGrp="1"/>
          </p:cNvSpPr>
          <p:nvPr/>
        </p:nvSpPr>
        <p:spPr>
          <a:xfrm xmlns:a="http://schemas.openxmlformats.org/drawingml/2006/main">
            <a:off x="3371850" y="41529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公平な比較</a:t>
            </a:r>
          </a:p>
        </p:txBody>
      </p:sp>
      <p:sp>
        <p:nvSpPr>
          <p:cNvPr id="22" name="">
            <a:extLst xmlns:a="http://schemas.openxmlformats.org/drawingml/2006/main">
              <a:ext uri="{FF2B5EF4-FFF2-40B4-BE49-F238E27FC236}">
                <a16:creationId xmlns:a16="http://schemas.microsoft.com/office/drawing/2014/main" id="{CAA5E328-F240-4033-AAFE-C1975B218C2A}"/>
              </a:ext>
            </a:extLst>
          </p:cNvPr>
          <p:cNvSpPr>
            <a:spLocks xmlns:a="http://schemas.openxmlformats.org/drawingml/2006/main" noGrp="1"/>
          </p:cNvSpPr>
          <p:nvPr/>
        </p:nvSpPr>
        <p:spPr>
          <a:xfrm xmlns:a="http://schemas.openxmlformats.org/drawingml/2006/main">
            <a:off x="5381625" y="41529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同じ問題を対応比較し、二つの平均だけを見ない</a:t>
            </a:r>
          </a:p>
        </p:txBody>
      </p:sp>
      <p:sp>
        <p:nvSpPr>
          <p:cNvPr id="23" name="">
            <a:extLst xmlns:a="http://schemas.openxmlformats.org/drawingml/2006/main">
              <a:ext uri="{FF2B5EF4-FFF2-40B4-BE49-F238E27FC236}">
                <a16:creationId xmlns:a16="http://schemas.microsoft.com/office/drawing/2014/main" id="{7A533B72-9763-401A-9152-8F13627F8D98}"/>
              </a:ext>
            </a:extLst>
          </p:cNvPr>
          <p:cNvSpPr>
            <a:spLocks xmlns:a="http://schemas.openxmlformats.org/drawingml/2006/main" noGrp="1"/>
          </p:cNvSpPr>
          <p:nvPr/>
        </p:nvSpPr>
        <p:spPr>
          <a:xfrm xmlns:a="http://schemas.openxmlformats.org/drawingml/2006/main">
            <a:off x="533400" y="52768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4" name="">
            <a:extLst xmlns:a="http://schemas.openxmlformats.org/drawingml/2006/main">
              <a:ext uri="{FF2B5EF4-FFF2-40B4-BE49-F238E27FC236}">
                <a16:creationId xmlns:a16="http://schemas.microsoft.com/office/drawing/2014/main" id="{9093FD89-FCE3-4FEA-BBBA-9062DF9951C9}"/>
              </a:ext>
            </a:extLst>
          </p:cNvPr>
          <p:cNvSpPr>
            <a:spLocks xmlns:a="http://schemas.openxmlformats.org/drawingml/2006/main" noGrp="1"/>
          </p:cNvSpPr>
          <p:nvPr/>
        </p:nvSpPr>
        <p:spPr>
          <a:xfrm xmlns:a="http://schemas.openxmlformats.org/drawingml/2006/main">
            <a:off x="685800" y="47625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Berg-Kirkpatrick</a:t>
            </a:r>
          </a:p>
        </p:txBody>
      </p:sp>
      <p:sp>
        <p:nvSpPr>
          <p:cNvPr id="25" name="">
            <a:extLst xmlns:a="http://schemas.openxmlformats.org/drawingml/2006/main">
              <a:ext uri="{FF2B5EF4-FFF2-40B4-BE49-F238E27FC236}">
                <a16:creationId xmlns:a16="http://schemas.microsoft.com/office/drawing/2014/main" id="{D3424D3A-6471-4735-B8D3-7795272A6053}"/>
              </a:ext>
            </a:extLst>
          </p:cNvPr>
          <p:cNvSpPr>
            <a:spLocks xmlns:a="http://schemas.openxmlformats.org/drawingml/2006/main" noGrp="1"/>
          </p:cNvSpPr>
          <p:nvPr/>
        </p:nvSpPr>
        <p:spPr>
          <a:xfrm xmlns:a="http://schemas.openxmlformats.org/drawingml/2006/main">
            <a:off x="3371850" y="4762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統計的不確実性</a:t>
            </a:r>
          </a:p>
        </p:txBody>
      </p:sp>
      <p:sp>
        <p:nvSpPr>
          <p:cNvPr id="26" name="">
            <a:extLst xmlns:a="http://schemas.openxmlformats.org/drawingml/2006/main">
              <a:ext uri="{FF2B5EF4-FFF2-40B4-BE49-F238E27FC236}">
                <a16:creationId xmlns:a16="http://schemas.microsoft.com/office/drawing/2014/main" id="{DEF939E4-65C9-4120-B7D1-526ED08D2654}"/>
              </a:ext>
            </a:extLst>
          </p:cNvPr>
          <p:cNvSpPr>
            <a:spLocks xmlns:a="http://schemas.openxmlformats.org/drawingml/2006/main" noGrp="1"/>
          </p:cNvSpPr>
          <p:nvPr/>
        </p:nvSpPr>
        <p:spPr>
          <a:xfrm xmlns:a="http://schemas.openxmlformats.org/drawingml/2006/main">
            <a:off x="5381625" y="47625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再標本化で差が安定しているか確認する</a:t>
            </a:r>
          </a:p>
        </p:txBody>
      </p:sp>
      <p:sp>
        <p:nvSpPr>
          <p:cNvPr id="27" name="">
            <a:extLst xmlns:a="http://schemas.openxmlformats.org/drawingml/2006/main">
              <a:ext uri="{FF2B5EF4-FFF2-40B4-BE49-F238E27FC236}">
                <a16:creationId xmlns:a16="http://schemas.microsoft.com/office/drawing/2014/main" id="{A677D18B-4824-42D7-A132-3DD7394C4C25}"/>
              </a:ext>
            </a:extLst>
          </p:cNvPr>
          <p:cNvSpPr>
            <a:spLocks xmlns:a="http://schemas.openxmlformats.org/drawingml/2006/main" noGrp="1"/>
          </p:cNvSpPr>
          <p:nvPr/>
        </p:nvSpPr>
        <p:spPr>
          <a:xfrm xmlns:a="http://schemas.openxmlformats.org/drawingml/2006/main">
            <a:off x="533400" y="58864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8" name="">
            <a:extLst xmlns:a="http://schemas.openxmlformats.org/drawingml/2006/main">
              <a:ext uri="{FF2B5EF4-FFF2-40B4-BE49-F238E27FC236}">
                <a16:creationId xmlns:a16="http://schemas.microsoft.com/office/drawing/2014/main" id="{69747EEB-8CB7-44AD-A924-1FC42648972F}"/>
              </a:ext>
            </a:extLst>
          </p:cNvPr>
          <p:cNvSpPr>
            <a:spLocks xmlns:a="http://schemas.openxmlformats.org/drawingml/2006/main" noGrp="1"/>
          </p:cNvSpPr>
          <p:nvPr/>
        </p:nvSpPr>
        <p:spPr>
          <a:xfrm xmlns:a="http://schemas.openxmlformats.org/drawingml/2006/main">
            <a:off x="685800" y="53721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Liu et al.</a:t>
            </a:r>
          </a:p>
        </p:txBody>
      </p:sp>
      <p:sp>
        <p:nvSpPr>
          <p:cNvPr id="29" name="">
            <a:extLst xmlns:a="http://schemas.openxmlformats.org/drawingml/2006/main">
              <a:ext uri="{FF2B5EF4-FFF2-40B4-BE49-F238E27FC236}">
                <a16:creationId xmlns:a16="http://schemas.microsoft.com/office/drawing/2014/main" id="{38CA1455-17D8-43D0-9CB8-C6C65E1B9BD6}"/>
              </a:ext>
            </a:extLst>
          </p:cNvPr>
          <p:cNvSpPr>
            <a:spLocks xmlns:a="http://schemas.openxmlformats.org/drawingml/2006/main" noGrp="1"/>
          </p:cNvSpPr>
          <p:nvPr/>
        </p:nvSpPr>
        <p:spPr>
          <a:xfrm xmlns:a="http://schemas.openxmlformats.org/drawingml/2006/main">
            <a:off x="3371850" y="53721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対話品質</a:t>
            </a:r>
          </a:p>
        </p:txBody>
      </p:sp>
      <p:sp>
        <p:nvSpPr>
          <p:cNvPr id="30" name="">
            <a:extLst xmlns:a="http://schemas.openxmlformats.org/drawingml/2006/main">
              <a:ext uri="{FF2B5EF4-FFF2-40B4-BE49-F238E27FC236}">
                <a16:creationId xmlns:a16="http://schemas.microsoft.com/office/drawing/2014/main" id="{8DEEDE89-9994-402B-9278-488311B65768}"/>
              </a:ext>
            </a:extLst>
          </p:cNvPr>
          <p:cNvSpPr>
            <a:spLocks xmlns:a="http://schemas.openxmlformats.org/drawingml/2006/main" noGrp="1"/>
          </p:cNvSpPr>
          <p:nvPr/>
        </p:nvSpPr>
        <p:spPr>
          <a:xfrm xmlns:a="http://schemas.openxmlformats.org/drawingml/2006/main">
            <a:off x="5381625" y="5372100"/>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自動的な文字類似度は人の感覚を代替できない</a:t>
            </a:r>
          </a:p>
        </p:txBody>
      </p:sp>
      <p:sp>
        <p:nvSpPr>
          <p:cNvPr id="31" name="">
            <a:extLst xmlns:a="http://schemas.openxmlformats.org/drawingml/2006/main">
              <a:ext uri="{FF2B5EF4-FFF2-40B4-BE49-F238E27FC236}">
                <a16:creationId xmlns:a16="http://schemas.microsoft.com/office/drawing/2014/main" id="{E29224B9-8795-4F58-B77F-F6A85751590F}"/>
              </a:ext>
            </a:extLst>
          </p:cNvPr>
          <p:cNvSpPr>
            <a:spLocks xmlns:a="http://schemas.openxmlformats.org/drawingml/2006/main" noGrp="1"/>
          </p:cNvSpPr>
          <p:nvPr/>
        </p:nvSpPr>
        <p:spPr>
          <a:xfrm xmlns:a="http://schemas.openxmlformats.org/drawingml/2006/main">
            <a:off x="533400" y="6019800"/>
            <a:ext cx="1112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M1–M12で他の器官と評価法を整備し、M13で初めてPUBを左脳理解に用いた。</a:t>
            </a:r>
          </a:p>
        </p:txBody>
      </p:sp>
    </p:spTree>
    <p:extLst>
      <p:ext uri="{BB962C8B-B14F-4D97-AF65-F5344CB8AC3E}">
        <p14:creationId xmlns:p14="http://schemas.microsoft.com/office/powerpoint/2010/main" val="21030363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4E15B1E-0032-45BA-A817-8FEFB9097DD8}"/>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年間ロードマップ・基盤</a:t>
            </a:r>
          </a:p>
        </p:txBody>
      </p:sp>
      <p:sp>
        <p:nvSpPr>
          <p:cNvPr id="2" name="">
            <a:extLst xmlns:a="http://schemas.openxmlformats.org/drawingml/2006/main">
              <a:ext uri="{FF2B5EF4-FFF2-40B4-BE49-F238E27FC236}">
                <a16:creationId xmlns:a16="http://schemas.microsoft.com/office/drawing/2014/main" id="{A8159204-73E3-4E9B-942B-690885508711}"/>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M1–M5：方程式全体の時間・記憶・状態の境界を先に作る</a:t>
            </a:r>
          </a:p>
        </p:txBody>
      </p:sp>
      <p:sp>
        <p:nvSpPr>
          <p:cNvPr id="3" name="">
            <a:extLst xmlns:a="http://schemas.openxmlformats.org/drawingml/2006/main">
              <a:ext uri="{FF2B5EF4-FFF2-40B4-BE49-F238E27FC236}">
                <a16:creationId xmlns:a16="http://schemas.microsoft.com/office/drawing/2014/main" id="{7A16AACB-D117-45DF-BB86-28C6C412593A}"/>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C469B89B-5FD9-45F6-862B-66A364598A10}"/>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09</a:t>
            </a:r>
          </a:p>
        </p:txBody>
      </p:sp>
      <p:sp>
        <p:nvSpPr>
          <p:cNvPr id="5" name="">
            <a:extLst xmlns:a="http://schemas.openxmlformats.org/drawingml/2006/main">
              <a:ext uri="{FF2B5EF4-FFF2-40B4-BE49-F238E27FC236}">
                <a16:creationId xmlns:a16="http://schemas.microsoft.com/office/drawing/2014/main" id="{5BE9E008-5132-4DB9-BDE6-A3FEECCE8863}"/>
              </a:ext>
            </a:extLst>
          </p:cNvPr>
          <p:cNvSpPr>
            <a:spLocks xmlns:a="http://schemas.openxmlformats.org/drawingml/2006/main" noGrp="1"/>
          </p:cNvSpPr>
          <p:nvPr/>
        </p:nvSpPr>
        <p:spPr>
          <a:xfrm xmlns:a="http://schemas.openxmlformats.org/drawingml/2006/main">
            <a:off x="571500" y="1466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段階</a:t>
            </a:r>
          </a:p>
        </p:txBody>
      </p:sp>
      <p:sp>
        <p:nvSpPr>
          <p:cNvPr id="6" name="">
            <a:extLst xmlns:a="http://schemas.openxmlformats.org/drawingml/2006/main">
              <a:ext uri="{FF2B5EF4-FFF2-40B4-BE49-F238E27FC236}">
                <a16:creationId xmlns:a16="http://schemas.microsoft.com/office/drawing/2014/main" id="{480A1129-7C3C-42C0-BCA5-955B48FD55F2}"/>
              </a:ext>
            </a:extLst>
          </p:cNvPr>
          <p:cNvSpPr>
            <a:spLocks xmlns:a="http://schemas.openxmlformats.org/drawingml/2006/main" noGrp="1"/>
          </p:cNvSpPr>
          <p:nvPr/>
        </p:nvSpPr>
        <p:spPr>
          <a:xfrm xmlns:a="http://schemas.openxmlformats.org/drawingml/2006/main">
            <a:off x="1619250" y="1466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その時点で答える問い</a:t>
            </a:r>
          </a:p>
        </p:txBody>
      </p:sp>
      <p:sp>
        <p:nvSpPr>
          <p:cNvPr id="7" name="">
            <a:extLst xmlns:a="http://schemas.openxmlformats.org/drawingml/2006/main">
              <a:ext uri="{FF2B5EF4-FFF2-40B4-BE49-F238E27FC236}">
                <a16:creationId xmlns:a16="http://schemas.microsoft.com/office/drawing/2014/main" id="{A3A5425E-D650-4F4D-9743-7E0FF62ED1C0}"/>
              </a:ext>
            </a:extLst>
          </p:cNvPr>
          <p:cNvSpPr>
            <a:spLocks xmlns:a="http://schemas.openxmlformats.org/drawingml/2006/main" noGrp="1"/>
          </p:cNvSpPr>
          <p:nvPr/>
        </p:nvSpPr>
        <p:spPr>
          <a:xfrm xmlns:a="http://schemas.openxmlformats.org/drawingml/2006/main">
            <a:off x="7048500" y="1466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元の構成との対応／必要な理由</a:t>
            </a:r>
          </a:p>
        </p:txBody>
      </p:sp>
      <p:sp>
        <p:nvSpPr>
          <p:cNvPr id="8" name="">
            <a:extLst xmlns:a="http://schemas.openxmlformats.org/drawingml/2006/main">
              <a:ext uri="{FF2B5EF4-FFF2-40B4-BE49-F238E27FC236}">
                <a16:creationId xmlns:a16="http://schemas.microsoft.com/office/drawing/2014/main" id="{012FF1C2-D795-4BE8-94E9-41AA2183E531}"/>
              </a:ext>
            </a:extLst>
          </p:cNvPr>
          <p:cNvSpPr>
            <a:spLocks xmlns:a="http://schemas.openxmlformats.org/drawingml/2006/main" noGrp="1"/>
          </p:cNvSpPr>
          <p:nvPr/>
        </p:nvSpPr>
        <p:spPr>
          <a:xfrm xmlns:a="http://schemas.openxmlformats.org/drawingml/2006/main">
            <a:off x="533400" y="24384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9" name="">
            <a:extLst xmlns:a="http://schemas.openxmlformats.org/drawingml/2006/main">
              <a:ext uri="{FF2B5EF4-FFF2-40B4-BE49-F238E27FC236}">
                <a16:creationId xmlns:a16="http://schemas.microsoft.com/office/drawing/2014/main" id="{DAA84B59-0B3B-4CD1-81C9-EA80976E0FA3}"/>
              </a:ext>
            </a:extLst>
          </p:cNvPr>
          <p:cNvSpPr>
            <a:spLocks xmlns:a="http://schemas.openxmlformats.org/drawingml/2006/main" noGrp="1"/>
          </p:cNvSpPr>
          <p:nvPr/>
        </p:nvSpPr>
        <p:spPr>
          <a:xfrm xmlns:a="http://schemas.openxmlformats.org/drawingml/2006/main">
            <a:off x="571500" y="19240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M1</a:t>
            </a:r>
          </a:p>
        </p:txBody>
      </p:sp>
      <p:sp>
        <p:nvSpPr>
          <p:cNvPr id="10" name="">
            <a:extLst xmlns:a="http://schemas.openxmlformats.org/drawingml/2006/main">
              <a:ext uri="{FF2B5EF4-FFF2-40B4-BE49-F238E27FC236}">
                <a16:creationId xmlns:a16="http://schemas.microsoft.com/office/drawing/2014/main" id="{11040CD8-35F5-4B99-B6D2-949DD376CCB6}"/>
              </a:ext>
            </a:extLst>
          </p:cNvPr>
          <p:cNvSpPr>
            <a:spLocks xmlns:a="http://schemas.openxmlformats.org/drawingml/2006/main" noGrp="1"/>
          </p:cNvSpPr>
          <p:nvPr/>
        </p:nvSpPr>
        <p:spPr>
          <a:xfrm xmlns:a="http://schemas.openxmlformats.org/drawingml/2006/main">
            <a:off x="1619250" y="19240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時刻t以前のデータを固定し、その後を予測する。</a:t>
            </a:r>
          </a:p>
        </p:txBody>
      </p:sp>
      <p:sp>
        <p:nvSpPr>
          <p:cNvPr id="11" name="">
            <a:extLst xmlns:a="http://schemas.openxmlformats.org/drawingml/2006/main">
              <a:ext uri="{FF2B5EF4-FFF2-40B4-BE49-F238E27FC236}">
                <a16:creationId xmlns:a16="http://schemas.microsoft.com/office/drawing/2014/main" id="{592150BC-C6F8-43DE-919C-BD565DFE5151}"/>
              </a:ext>
            </a:extLst>
          </p:cNvPr>
          <p:cNvSpPr>
            <a:spLocks xmlns:a="http://schemas.openxmlformats.org/drawingml/2006/main" noGrp="1"/>
          </p:cNvSpPr>
          <p:nvPr/>
        </p:nvSpPr>
        <p:spPr>
          <a:xfrm xmlns:a="http://schemas.openxmlformats.org/drawingml/2006/main">
            <a:off x="7048500" y="19240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【時間境界】人も時刻tでは未来を見られない。システムも後の情報を見てはいけない。</a:t>
            </a:r>
          </a:p>
        </p:txBody>
      </p:sp>
      <p:sp>
        <p:nvSpPr>
          <p:cNvPr id="12" name="">
            <a:extLst xmlns:a="http://schemas.openxmlformats.org/drawingml/2006/main">
              <a:ext uri="{FF2B5EF4-FFF2-40B4-BE49-F238E27FC236}">
                <a16:creationId xmlns:a16="http://schemas.microsoft.com/office/drawing/2014/main" id="{F1BF1E88-C21E-479E-A8EE-B9B20EAAD767}"/>
              </a:ext>
            </a:extLst>
          </p:cNvPr>
          <p:cNvSpPr>
            <a:spLocks xmlns:a="http://schemas.openxmlformats.org/drawingml/2006/main" noGrp="1"/>
          </p:cNvSpPr>
          <p:nvPr/>
        </p:nvSpPr>
        <p:spPr>
          <a:xfrm xmlns:a="http://schemas.openxmlformats.org/drawingml/2006/main">
            <a:off x="533400" y="32194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3" name="">
            <a:extLst xmlns:a="http://schemas.openxmlformats.org/drawingml/2006/main">
              <a:ext uri="{FF2B5EF4-FFF2-40B4-BE49-F238E27FC236}">
                <a16:creationId xmlns:a16="http://schemas.microsoft.com/office/drawing/2014/main" id="{30FBDE6F-A654-46E9-B85C-89C62658A2CF}"/>
              </a:ext>
            </a:extLst>
          </p:cNvPr>
          <p:cNvSpPr>
            <a:spLocks xmlns:a="http://schemas.openxmlformats.org/drawingml/2006/main" noGrp="1"/>
          </p:cNvSpPr>
          <p:nvPr/>
        </p:nvSpPr>
        <p:spPr>
          <a:xfrm xmlns:a="http://schemas.openxmlformats.org/drawingml/2006/main">
            <a:off x="571500" y="27051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M2</a:t>
            </a:r>
          </a:p>
        </p:txBody>
      </p:sp>
      <p:sp>
        <p:nvSpPr>
          <p:cNvPr id="14" name="">
            <a:extLst xmlns:a="http://schemas.openxmlformats.org/drawingml/2006/main">
              <a:ext uri="{FF2B5EF4-FFF2-40B4-BE49-F238E27FC236}">
                <a16:creationId xmlns:a16="http://schemas.microsoft.com/office/drawing/2014/main" id="{E33185BF-983F-42F5-9993-86DC6D24CB96}"/>
              </a:ext>
            </a:extLst>
          </p:cNvPr>
          <p:cNvSpPr>
            <a:spLocks xmlns:a="http://schemas.openxmlformats.org/drawingml/2006/main" noGrp="1"/>
          </p:cNvSpPr>
          <p:nvPr/>
        </p:nvSpPr>
        <p:spPr>
          <a:xfrm xmlns:a="http://schemas.openxmlformats.org/drawingml/2006/main">
            <a:off x="1619250" y="27051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ランダム、LLM、人格プロンプト、RAG、全履歴と比較する。</a:t>
            </a:r>
          </a:p>
        </p:txBody>
      </p:sp>
      <p:sp>
        <p:nvSpPr>
          <p:cNvPr id="15" name="">
            <a:extLst xmlns:a="http://schemas.openxmlformats.org/drawingml/2006/main">
              <a:ext uri="{FF2B5EF4-FFF2-40B4-BE49-F238E27FC236}">
                <a16:creationId xmlns:a16="http://schemas.microsoft.com/office/drawing/2014/main" id="{D5F31273-8D71-40A7-BC64-09604D464DD4}"/>
              </a:ext>
            </a:extLst>
          </p:cNvPr>
          <p:cNvSpPr>
            <a:spLocks xmlns:a="http://schemas.openxmlformats.org/drawingml/2006/main" noGrp="1"/>
          </p:cNvSpPr>
          <p:nvPr/>
        </p:nvSpPr>
        <p:spPr>
          <a:xfrm xmlns:a="http://schemas.openxmlformats.org/drawingml/2006/main">
            <a:off x="7048500" y="27051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【評価統制】同じ情報量の単純手法より良くなければ、追加器官に価値はない。</a:t>
            </a:r>
          </a:p>
        </p:txBody>
      </p:sp>
      <p:sp>
        <p:nvSpPr>
          <p:cNvPr id="16" name="">
            <a:extLst xmlns:a="http://schemas.openxmlformats.org/drawingml/2006/main">
              <a:ext uri="{FF2B5EF4-FFF2-40B4-BE49-F238E27FC236}">
                <a16:creationId xmlns:a16="http://schemas.microsoft.com/office/drawing/2014/main" id="{F9D2687B-0E78-437C-87C3-C85D7480D021}"/>
              </a:ext>
            </a:extLst>
          </p:cNvPr>
          <p:cNvSpPr>
            <a:spLocks xmlns:a="http://schemas.openxmlformats.org/drawingml/2006/main" noGrp="1"/>
          </p:cNvSpPr>
          <p:nvPr/>
        </p:nvSpPr>
        <p:spPr>
          <a:xfrm xmlns:a="http://schemas.openxmlformats.org/drawingml/2006/main">
            <a:off x="533400" y="40005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7" name="">
            <a:extLst xmlns:a="http://schemas.openxmlformats.org/drawingml/2006/main">
              <a:ext uri="{FF2B5EF4-FFF2-40B4-BE49-F238E27FC236}">
                <a16:creationId xmlns:a16="http://schemas.microsoft.com/office/drawing/2014/main" id="{7F94AD5F-2040-476C-913F-DC1CDE450647}"/>
              </a:ext>
            </a:extLst>
          </p:cNvPr>
          <p:cNvSpPr>
            <a:spLocks xmlns:a="http://schemas.openxmlformats.org/drawingml/2006/main" noGrp="1"/>
          </p:cNvSpPr>
          <p:nvPr/>
        </p:nvSpPr>
        <p:spPr>
          <a:xfrm xmlns:a="http://schemas.openxmlformats.org/drawingml/2006/main">
            <a:off x="571500" y="34861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M3</a:t>
            </a:r>
          </a:p>
        </p:txBody>
      </p:sp>
      <p:sp>
        <p:nvSpPr>
          <p:cNvPr id="18" name="">
            <a:extLst xmlns:a="http://schemas.openxmlformats.org/drawingml/2006/main">
              <a:ext uri="{FF2B5EF4-FFF2-40B4-BE49-F238E27FC236}">
                <a16:creationId xmlns:a16="http://schemas.microsoft.com/office/drawing/2014/main" id="{BEC2F3DD-21EE-46C8-9344-35FD47397686}"/>
              </a:ext>
            </a:extLst>
          </p:cNvPr>
          <p:cNvSpPr>
            <a:spLocks xmlns:a="http://schemas.openxmlformats.org/drawingml/2006/main" noGrp="1"/>
          </p:cNvSpPr>
          <p:nvPr/>
        </p:nvSpPr>
        <p:spPr>
          <a:xfrm xmlns:a="http://schemas.openxmlformats.org/drawingml/2006/main">
            <a:off x="1619250" y="34861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14"/>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時刻t以前の履歴だけから、今回に本当に関係する記憶を選ぶ。</a:t>
            </a:r>
          </a:p>
        </p:txBody>
      </p:sp>
      <p:sp>
        <p:nvSpPr>
          <p:cNvPr id="19" name="">
            <a:extLst xmlns:a="http://schemas.openxmlformats.org/drawingml/2006/main">
              <a:ext uri="{FF2B5EF4-FFF2-40B4-BE49-F238E27FC236}">
                <a16:creationId xmlns:a16="http://schemas.microsoft.com/office/drawing/2014/main" id="{15173C3B-BF17-48AD-8EA8-AE5FB1F50445}"/>
              </a:ext>
            </a:extLst>
          </p:cNvPr>
          <p:cNvSpPr>
            <a:spLocks xmlns:a="http://schemas.openxmlformats.org/drawingml/2006/main" noGrp="1"/>
          </p:cNvSpPr>
          <p:nvPr/>
        </p:nvSpPr>
        <p:spPr>
          <a:xfrm xmlns:a="http://schemas.openxmlformats.org/drawingml/2006/main">
            <a:off x="7048500" y="34861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【記憶器官】記憶には出典・時刻・減衰・選択が必要で、生涯の全文を詰め込んではならない。</a:t>
            </a:r>
          </a:p>
        </p:txBody>
      </p:sp>
      <p:sp>
        <p:nvSpPr>
          <p:cNvPr id="20" name="">
            <a:extLst xmlns:a="http://schemas.openxmlformats.org/drawingml/2006/main">
              <a:ext uri="{FF2B5EF4-FFF2-40B4-BE49-F238E27FC236}">
                <a16:creationId xmlns:a16="http://schemas.microsoft.com/office/drawing/2014/main" id="{85EC3D90-4EA0-47E5-B564-B3BE64986AE6}"/>
              </a:ext>
            </a:extLst>
          </p:cNvPr>
          <p:cNvSpPr>
            <a:spLocks xmlns:a="http://schemas.openxmlformats.org/drawingml/2006/main" noGrp="1"/>
          </p:cNvSpPr>
          <p:nvPr/>
        </p:nvSpPr>
        <p:spPr>
          <a:xfrm xmlns:a="http://schemas.openxmlformats.org/drawingml/2006/main">
            <a:off x="533400" y="47815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1" name="">
            <a:extLst xmlns:a="http://schemas.openxmlformats.org/drawingml/2006/main">
              <a:ext uri="{FF2B5EF4-FFF2-40B4-BE49-F238E27FC236}">
                <a16:creationId xmlns:a16="http://schemas.microsoft.com/office/drawing/2014/main" id="{F5A92C32-DB12-47C8-A689-366E4E847B1E}"/>
              </a:ext>
            </a:extLst>
          </p:cNvPr>
          <p:cNvSpPr>
            <a:spLocks xmlns:a="http://schemas.openxmlformats.org/drawingml/2006/main" noGrp="1"/>
          </p:cNvSpPr>
          <p:nvPr/>
        </p:nvSpPr>
        <p:spPr>
          <a:xfrm xmlns:a="http://schemas.openxmlformats.org/drawingml/2006/main">
            <a:off x="571500" y="42672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M4</a:t>
            </a:r>
          </a:p>
        </p:txBody>
      </p:sp>
      <p:sp>
        <p:nvSpPr>
          <p:cNvPr id="22" name="">
            <a:extLst xmlns:a="http://schemas.openxmlformats.org/drawingml/2006/main">
              <a:ext uri="{FF2B5EF4-FFF2-40B4-BE49-F238E27FC236}">
                <a16:creationId xmlns:a16="http://schemas.microsoft.com/office/drawing/2014/main" id="{FDFC87FA-E3BA-4A85-9504-17F4A3DDFAC8}"/>
              </a:ext>
            </a:extLst>
          </p:cNvPr>
          <p:cNvSpPr>
            <a:spLocks xmlns:a="http://schemas.openxmlformats.org/drawingml/2006/main" noGrp="1"/>
          </p:cNvSpPr>
          <p:nvPr/>
        </p:nvSpPr>
        <p:spPr>
          <a:xfrm xmlns:a="http://schemas.openxmlformats.org/drawingml/2006/main">
            <a:off x="1619250" y="42672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86"/>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現在の状態を、信頼度と証拠を持つ暫定スナップショットにする。</a:t>
            </a:r>
          </a:p>
        </p:txBody>
      </p:sp>
      <p:sp>
        <p:nvSpPr>
          <p:cNvPr id="23" name="">
            <a:extLst xmlns:a="http://schemas.openxmlformats.org/drawingml/2006/main">
              <a:ext uri="{FF2B5EF4-FFF2-40B4-BE49-F238E27FC236}">
                <a16:creationId xmlns:a16="http://schemas.microsoft.com/office/drawing/2014/main" id="{A2FB01E0-278E-43CA-8371-56C0B81FAE69}"/>
              </a:ext>
            </a:extLst>
          </p:cNvPr>
          <p:cNvSpPr>
            <a:spLocks xmlns:a="http://schemas.openxmlformats.org/drawingml/2006/main" noGrp="1"/>
          </p:cNvSpPr>
          <p:nvPr/>
        </p:nvSpPr>
        <p:spPr>
          <a:xfrm xmlns:a="http://schemas.openxmlformats.org/drawingml/2006/main">
            <a:off x="7048500" y="42672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【状態器官】観察済み／推定／不明を分け、推測を心理的事実にしない。</a:t>
            </a:r>
          </a:p>
        </p:txBody>
      </p:sp>
      <p:sp>
        <p:nvSpPr>
          <p:cNvPr id="24" name="">
            <a:extLst xmlns:a="http://schemas.openxmlformats.org/drawingml/2006/main">
              <a:ext uri="{FF2B5EF4-FFF2-40B4-BE49-F238E27FC236}">
                <a16:creationId xmlns:a16="http://schemas.microsoft.com/office/drawing/2014/main" id="{818E6B81-ED96-4415-A4BA-04D22A0630AD}"/>
              </a:ext>
            </a:extLst>
          </p:cNvPr>
          <p:cNvSpPr>
            <a:spLocks xmlns:a="http://schemas.openxmlformats.org/drawingml/2006/main" noGrp="1"/>
          </p:cNvSpPr>
          <p:nvPr/>
        </p:nvSpPr>
        <p:spPr>
          <a:xfrm xmlns:a="http://schemas.openxmlformats.org/drawingml/2006/main">
            <a:off x="533400" y="55626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5" name="">
            <a:extLst xmlns:a="http://schemas.openxmlformats.org/drawingml/2006/main">
              <a:ext uri="{FF2B5EF4-FFF2-40B4-BE49-F238E27FC236}">
                <a16:creationId xmlns:a16="http://schemas.microsoft.com/office/drawing/2014/main" id="{215EA5B1-2F66-4E45-BB29-FB78FF73DB2F}"/>
              </a:ext>
            </a:extLst>
          </p:cNvPr>
          <p:cNvSpPr>
            <a:spLocks xmlns:a="http://schemas.openxmlformats.org/drawingml/2006/main" noGrp="1"/>
          </p:cNvSpPr>
          <p:nvPr/>
        </p:nvSpPr>
        <p:spPr>
          <a:xfrm xmlns:a="http://schemas.openxmlformats.org/drawingml/2006/main">
            <a:off x="571500" y="50482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M5</a:t>
            </a:r>
          </a:p>
        </p:txBody>
      </p:sp>
      <p:sp>
        <p:nvSpPr>
          <p:cNvPr id="26" name="">
            <a:extLst xmlns:a="http://schemas.openxmlformats.org/drawingml/2006/main">
              <a:ext uri="{FF2B5EF4-FFF2-40B4-BE49-F238E27FC236}">
                <a16:creationId xmlns:a16="http://schemas.microsoft.com/office/drawing/2014/main" id="{D3D97AFC-73A3-4213-A49E-84BD7B069AD2}"/>
              </a:ext>
            </a:extLst>
          </p:cNvPr>
          <p:cNvSpPr>
            <a:spLocks xmlns:a="http://schemas.openxmlformats.org/drawingml/2006/main" noGrp="1"/>
          </p:cNvSpPr>
          <p:nvPr/>
        </p:nvSpPr>
        <p:spPr>
          <a:xfrm xmlns:a="http://schemas.openxmlformats.org/drawingml/2006/main">
            <a:off x="1619250" y="5048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出来事の前後で、状態変数がどう遷移すべきか比較する。</a:t>
            </a:r>
          </a:p>
        </p:txBody>
      </p:sp>
      <p:sp>
        <p:nvSpPr>
          <p:cNvPr id="27" name="">
            <a:extLst xmlns:a="http://schemas.openxmlformats.org/drawingml/2006/main">
              <a:ext uri="{FF2B5EF4-FFF2-40B4-BE49-F238E27FC236}">
                <a16:creationId xmlns:a16="http://schemas.microsoft.com/office/drawing/2014/main" id="{AFC77422-66A3-472E-858B-2D038A241BB2}"/>
              </a:ext>
            </a:extLst>
          </p:cNvPr>
          <p:cNvSpPr>
            <a:spLocks xmlns:a="http://schemas.openxmlformats.org/drawingml/2006/main" noGrp="1"/>
          </p:cNvSpPr>
          <p:nvPr/>
        </p:nvSpPr>
        <p:spPr>
          <a:xfrm xmlns:a="http://schemas.openxmlformats.org/drawingml/2006/main">
            <a:off x="7048500" y="50482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【状態遷移】前後変化がなければ、方程式は変わらない人しか記述できない。</a:t>
            </a:r>
          </a:p>
        </p:txBody>
      </p:sp>
      <p:sp>
        <p:nvSpPr>
          <p:cNvPr id="28" name="">
            <a:extLst xmlns:a="http://schemas.openxmlformats.org/drawingml/2006/main">
              <a:ext uri="{FF2B5EF4-FFF2-40B4-BE49-F238E27FC236}">
                <a16:creationId xmlns:a16="http://schemas.microsoft.com/office/drawing/2014/main" id="{C8B65418-6D94-4A43-BECA-56AC8DCA9AD9}"/>
              </a:ext>
            </a:extLst>
          </p:cNvPr>
          <p:cNvSpPr>
            <a:spLocks xmlns:a="http://schemas.openxmlformats.org/drawingml/2006/main" noGrp="1"/>
          </p:cNvSpPr>
          <p:nvPr/>
        </p:nvSpPr>
        <p:spPr>
          <a:xfrm xmlns:a="http://schemas.openxmlformats.org/drawingml/2006/main">
            <a:off x="571500" y="6038850"/>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D75252"/>
                </a:solidFill>
                <a:latin typeface="Noto Sans CJK TC"/>
                <a:ea typeface="Noto Sans CJK TC"/>
                <a:cs typeface="Noto Sans CJK TC"/>
              </a:defRPr>
            </a:pPr>
            <a:r>
              <a:rPr sz="1350" b="1" i="0">
                <a:solidFill>
                  <a:srgbClr val="D75252"/>
                </a:solidFill>
                <a:latin typeface="Noto Sans CJK TC"/>
                <a:ea typeface="Noto Sans CJK TC"/>
                <a:cs typeface="Noto Sans CJK TC"/>
              </a:rPr>
              <a:t>ここはまだPUBではない。方程式全体が未来を見ず、推測を事実にしないことを先に保証する。</a:t>
            </a:r>
          </a:p>
        </p:txBody>
      </p:sp>
    </p:spTree>
    <p:extLst>
      <p:ext uri="{BB962C8B-B14F-4D97-AF65-F5344CB8AC3E}">
        <p14:creationId xmlns:p14="http://schemas.microsoft.com/office/powerpoint/2010/main" val="1680899942"/>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02CBE87-7A1F-454D-8BB1-843D84761F47}"/>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年間ロードマップ・機構検証</a:t>
            </a:r>
          </a:p>
        </p:txBody>
      </p:sp>
      <p:sp>
        <p:nvSpPr>
          <p:cNvPr id="2" name="">
            <a:extLst xmlns:a="http://schemas.openxmlformats.org/drawingml/2006/main">
              <a:ext uri="{FF2B5EF4-FFF2-40B4-BE49-F238E27FC236}">
                <a16:creationId xmlns:a16="http://schemas.microsoft.com/office/drawing/2014/main" id="{0DBAD108-2ECA-48FC-8549-96932E1A7691}"/>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M6–M10：元の構成の器官を一つずつ測り、失敗も残す</a:t>
            </a:r>
          </a:p>
        </p:txBody>
      </p:sp>
      <p:sp>
        <p:nvSpPr>
          <p:cNvPr id="3" name="">
            <a:extLst xmlns:a="http://schemas.openxmlformats.org/drawingml/2006/main">
              <a:ext uri="{FF2B5EF4-FFF2-40B4-BE49-F238E27FC236}">
                <a16:creationId xmlns:a16="http://schemas.microsoft.com/office/drawing/2014/main" id="{0D37C85B-D910-4552-A970-8A5538863118}"/>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FC90A62F-5826-408D-A241-371EDD6B276D}"/>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10</a:t>
            </a:r>
          </a:p>
        </p:txBody>
      </p:sp>
      <p:sp>
        <p:nvSpPr>
          <p:cNvPr id="5" name="">
            <a:extLst xmlns:a="http://schemas.openxmlformats.org/drawingml/2006/main">
              <a:ext uri="{FF2B5EF4-FFF2-40B4-BE49-F238E27FC236}">
                <a16:creationId xmlns:a16="http://schemas.microsoft.com/office/drawing/2014/main" id="{96377B04-AED6-4618-81BB-9F2C1978F573}"/>
              </a:ext>
            </a:extLst>
          </p:cNvPr>
          <p:cNvSpPr>
            <a:spLocks xmlns:a="http://schemas.openxmlformats.org/drawingml/2006/main" noGrp="1"/>
          </p:cNvSpPr>
          <p:nvPr/>
        </p:nvSpPr>
        <p:spPr>
          <a:xfrm xmlns:a="http://schemas.openxmlformats.org/drawingml/2006/main">
            <a:off x="571500" y="1466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段階</a:t>
            </a:r>
          </a:p>
        </p:txBody>
      </p:sp>
      <p:sp>
        <p:nvSpPr>
          <p:cNvPr id="6" name="">
            <a:extLst xmlns:a="http://schemas.openxmlformats.org/drawingml/2006/main">
              <a:ext uri="{FF2B5EF4-FFF2-40B4-BE49-F238E27FC236}">
                <a16:creationId xmlns:a16="http://schemas.microsoft.com/office/drawing/2014/main" id="{CA8E7768-4848-4592-8493-976DC101CAC1}"/>
              </a:ext>
            </a:extLst>
          </p:cNvPr>
          <p:cNvSpPr>
            <a:spLocks xmlns:a="http://schemas.openxmlformats.org/drawingml/2006/main" noGrp="1"/>
          </p:cNvSpPr>
          <p:nvPr/>
        </p:nvSpPr>
        <p:spPr>
          <a:xfrm xmlns:a="http://schemas.openxmlformats.org/drawingml/2006/main">
            <a:off x="1619250" y="1466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その時点で答える問い</a:t>
            </a:r>
          </a:p>
        </p:txBody>
      </p:sp>
      <p:sp>
        <p:nvSpPr>
          <p:cNvPr id="7" name="">
            <a:extLst xmlns:a="http://schemas.openxmlformats.org/drawingml/2006/main">
              <a:ext uri="{FF2B5EF4-FFF2-40B4-BE49-F238E27FC236}">
                <a16:creationId xmlns:a16="http://schemas.microsoft.com/office/drawing/2014/main" id="{3FBF2157-BD04-469E-AED6-7F9485B7D628}"/>
              </a:ext>
            </a:extLst>
          </p:cNvPr>
          <p:cNvSpPr>
            <a:spLocks xmlns:a="http://schemas.openxmlformats.org/drawingml/2006/main" noGrp="1"/>
          </p:cNvSpPr>
          <p:nvPr/>
        </p:nvSpPr>
        <p:spPr>
          <a:xfrm xmlns:a="http://schemas.openxmlformats.org/drawingml/2006/main">
            <a:off x="7048500" y="1466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元の構成との対応／実際の結果</a:t>
            </a:r>
          </a:p>
        </p:txBody>
      </p:sp>
      <p:sp>
        <p:nvSpPr>
          <p:cNvPr id="8" name="">
            <a:extLst xmlns:a="http://schemas.openxmlformats.org/drawingml/2006/main">
              <a:ext uri="{FF2B5EF4-FFF2-40B4-BE49-F238E27FC236}">
                <a16:creationId xmlns:a16="http://schemas.microsoft.com/office/drawing/2014/main" id="{1F823492-9D2E-4CDE-94D7-EA28D59C6C68}"/>
              </a:ext>
            </a:extLst>
          </p:cNvPr>
          <p:cNvSpPr>
            <a:spLocks xmlns:a="http://schemas.openxmlformats.org/drawingml/2006/main" noGrp="1"/>
          </p:cNvSpPr>
          <p:nvPr/>
        </p:nvSpPr>
        <p:spPr>
          <a:xfrm xmlns:a="http://schemas.openxmlformats.org/drawingml/2006/main">
            <a:off x="533400" y="24384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9" name="">
            <a:extLst xmlns:a="http://schemas.openxmlformats.org/drawingml/2006/main">
              <a:ext uri="{FF2B5EF4-FFF2-40B4-BE49-F238E27FC236}">
                <a16:creationId xmlns:a16="http://schemas.microsoft.com/office/drawing/2014/main" id="{4A34442B-2F96-4A35-BF31-75821D7F090F}"/>
              </a:ext>
            </a:extLst>
          </p:cNvPr>
          <p:cNvSpPr>
            <a:spLocks xmlns:a="http://schemas.openxmlformats.org/drawingml/2006/main" noGrp="1"/>
          </p:cNvSpPr>
          <p:nvPr/>
        </p:nvSpPr>
        <p:spPr>
          <a:xfrm xmlns:a="http://schemas.openxmlformats.org/drawingml/2006/main">
            <a:off x="571500" y="19240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5A56F"/>
                </a:solidFill>
                <a:latin typeface="Noto Sans CJK TC"/>
                <a:ea typeface="Noto Sans CJK TC"/>
                <a:cs typeface="Noto Sans CJK TC"/>
              </a:defRPr>
            </a:pPr>
            <a:r>
              <a:rPr sz="1725" b="1" i="0">
                <a:solidFill>
                  <a:srgbClr val="35A56F"/>
                </a:solidFill>
                <a:latin typeface="Noto Sans CJK TC"/>
                <a:ea typeface="Noto Sans CJK TC"/>
                <a:cs typeface="Noto Sans CJK TC"/>
              </a:rPr>
              <a:t>M6</a:t>
            </a:r>
          </a:p>
        </p:txBody>
      </p:sp>
      <p:sp>
        <p:nvSpPr>
          <p:cNvPr id="10" name="">
            <a:extLst xmlns:a="http://schemas.openxmlformats.org/drawingml/2006/main">
              <a:ext uri="{FF2B5EF4-FFF2-40B4-BE49-F238E27FC236}">
                <a16:creationId xmlns:a16="http://schemas.microsoft.com/office/drawing/2014/main" id="{275DF4C1-95CA-48BF-AC1F-15DAAB0C1702}"/>
              </a:ext>
            </a:extLst>
          </p:cNvPr>
          <p:cNvSpPr>
            <a:spLocks xmlns:a="http://schemas.openxmlformats.org/drawingml/2006/main" noGrp="1"/>
          </p:cNvSpPr>
          <p:nvPr/>
        </p:nvSpPr>
        <p:spPr>
          <a:xfrm xmlns:a="http://schemas.openxmlformats.org/drawingml/2006/main">
            <a:off x="1619250" y="19240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回答前に行動確率を予測できるか？</a:t>
            </a:r>
          </a:p>
        </p:txBody>
      </p:sp>
      <p:sp>
        <p:nvSpPr>
          <p:cNvPr id="11" name="">
            <a:extLst xmlns:a="http://schemas.openxmlformats.org/drawingml/2006/main">
              <a:ext uri="{FF2B5EF4-FFF2-40B4-BE49-F238E27FC236}">
                <a16:creationId xmlns:a16="http://schemas.microsoft.com/office/drawing/2014/main" id="{544E2B3F-4D8E-4752-9017-7F3DCCC54E86}"/>
              </a:ext>
            </a:extLst>
          </p:cNvPr>
          <p:cNvSpPr>
            <a:spLocks xmlns:a="http://schemas.openxmlformats.org/drawingml/2006/main" noGrp="1"/>
          </p:cNvSpPr>
          <p:nvPr/>
        </p:nvSpPr>
        <p:spPr>
          <a:xfrm xmlns:a="http://schemas.openxmlformats.org/drawingml/2006/main">
            <a:off x="7048500" y="19240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4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【左脳／行動予測】確率分布を実装。小規模合成データでは有利な方向</a:t>
            </a:r>
          </a:p>
        </p:txBody>
      </p:sp>
      <p:sp>
        <p:nvSpPr>
          <p:cNvPr id="12" name="">
            <a:extLst xmlns:a="http://schemas.openxmlformats.org/drawingml/2006/main">
              <a:ext uri="{FF2B5EF4-FFF2-40B4-BE49-F238E27FC236}">
                <a16:creationId xmlns:a16="http://schemas.microsoft.com/office/drawing/2014/main" id="{12BFC125-C737-4E39-9A23-DDB051C5A702}"/>
              </a:ext>
            </a:extLst>
          </p:cNvPr>
          <p:cNvSpPr>
            <a:spLocks xmlns:a="http://schemas.openxmlformats.org/drawingml/2006/main" noGrp="1"/>
          </p:cNvSpPr>
          <p:nvPr/>
        </p:nvSpPr>
        <p:spPr>
          <a:xfrm xmlns:a="http://schemas.openxmlformats.org/drawingml/2006/main">
            <a:off x="533400" y="32194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3" name="">
            <a:extLst xmlns:a="http://schemas.openxmlformats.org/drawingml/2006/main">
              <a:ext uri="{FF2B5EF4-FFF2-40B4-BE49-F238E27FC236}">
                <a16:creationId xmlns:a16="http://schemas.microsoft.com/office/drawing/2014/main" id="{B5DA116B-463A-4C32-B859-15E31CDC5CEB}"/>
              </a:ext>
            </a:extLst>
          </p:cNvPr>
          <p:cNvSpPr>
            <a:spLocks xmlns:a="http://schemas.openxmlformats.org/drawingml/2006/main" noGrp="1"/>
          </p:cNvSpPr>
          <p:nvPr/>
        </p:nvSpPr>
        <p:spPr>
          <a:xfrm xmlns:a="http://schemas.openxmlformats.org/drawingml/2006/main">
            <a:off x="571500" y="27051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5A56F"/>
                </a:solidFill>
                <a:latin typeface="Noto Sans CJK TC"/>
                <a:ea typeface="Noto Sans CJK TC"/>
                <a:cs typeface="Noto Sans CJK TC"/>
              </a:defRPr>
            </a:pPr>
            <a:r>
              <a:rPr sz="1725" b="1" i="0">
                <a:solidFill>
                  <a:srgbClr val="35A56F"/>
                </a:solidFill>
                <a:latin typeface="Noto Sans CJK TC"/>
                <a:ea typeface="Noto Sans CJK TC"/>
                <a:cs typeface="Noto Sans CJK TC"/>
              </a:rPr>
              <a:t>M7</a:t>
            </a:r>
          </a:p>
        </p:txBody>
      </p:sp>
      <p:sp>
        <p:nvSpPr>
          <p:cNvPr id="14" name="">
            <a:extLst xmlns:a="http://schemas.openxmlformats.org/drawingml/2006/main">
              <a:ext uri="{FF2B5EF4-FFF2-40B4-BE49-F238E27FC236}">
                <a16:creationId xmlns:a16="http://schemas.microsoft.com/office/drawing/2014/main" id="{D8714BFE-F1ED-48FB-9ED2-BD1C2CCB52CC}"/>
              </a:ext>
            </a:extLst>
          </p:cNvPr>
          <p:cNvSpPr>
            <a:spLocks xmlns:a="http://schemas.openxmlformats.org/drawingml/2006/main" noGrp="1"/>
          </p:cNvSpPr>
          <p:nvPr/>
        </p:nvSpPr>
        <p:spPr>
          <a:xfrm xmlns:a="http://schemas.openxmlformats.org/drawingml/2006/main">
            <a:off x="1619250" y="27051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記憶・状態・関係を外すと結果は変わるか？</a:t>
            </a:r>
          </a:p>
        </p:txBody>
      </p:sp>
      <p:sp>
        <p:nvSpPr>
          <p:cNvPr id="15" name="">
            <a:extLst xmlns:a="http://schemas.openxmlformats.org/drawingml/2006/main">
              <a:ext uri="{FF2B5EF4-FFF2-40B4-BE49-F238E27FC236}">
                <a16:creationId xmlns:a16="http://schemas.microsoft.com/office/drawing/2014/main" id="{C277E967-A064-4939-81A8-C92928587656}"/>
              </a:ext>
            </a:extLst>
          </p:cNvPr>
          <p:cNvSpPr>
            <a:spLocks xmlns:a="http://schemas.openxmlformats.org/drawingml/2006/main" noGrp="1"/>
          </p:cNvSpPr>
          <p:nvPr/>
        </p:nvSpPr>
        <p:spPr>
          <a:xfrm xmlns:a="http://schemas.openxmlformats.org/drawingml/2006/main">
            <a:off x="7048500" y="27051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6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【記憶＋状態】影響は確認したが、当時の時間遷移が誤りも生んだ</a:t>
            </a:r>
          </a:p>
        </p:txBody>
      </p:sp>
      <p:sp>
        <p:nvSpPr>
          <p:cNvPr id="16" name="">
            <a:extLst xmlns:a="http://schemas.openxmlformats.org/drawingml/2006/main">
              <a:ext uri="{FF2B5EF4-FFF2-40B4-BE49-F238E27FC236}">
                <a16:creationId xmlns:a16="http://schemas.microsoft.com/office/drawing/2014/main" id="{CDF476DF-8B94-48B8-99F3-C89F13D49136}"/>
              </a:ext>
            </a:extLst>
          </p:cNvPr>
          <p:cNvSpPr>
            <a:spLocks xmlns:a="http://schemas.openxmlformats.org/drawingml/2006/main" noGrp="1"/>
          </p:cNvSpPr>
          <p:nvPr/>
        </p:nvSpPr>
        <p:spPr>
          <a:xfrm xmlns:a="http://schemas.openxmlformats.org/drawingml/2006/main">
            <a:off x="533400" y="40005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7" name="">
            <a:extLst xmlns:a="http://schemas.openxmlformats.org/drawingml/2006/main">
              <a:ext uri="{FF2B5EF4-FFF2-40B4-BE49-F238E27FC236}">
                <a16:creationId xmlns:a16="http://schemas.microsoft.com/office/drawing/2014/main" id="{0B3404CC-E38B-48B3-B1AD-0CCA874A1BF7}"/>
              </a:ext>
            </a:extLst>
          </p:cNvPr>
          <p:cNvSpPr>
            <a:spLocks xmlns:a="http://schemas.openxmlformats.org/drawingml/2006/main" noGrp="1"/>
          </p:cNvSpPr>
          <p:nvPr/>
        </p:nvSpPr>
        <p:spPr>
          <a:xfrm xmlns:a="http://schemas.openxmlformats.org/drawingml/2006/main">
            <a:off x="571500" y="34861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D75252"/>
                </a:solidFill>
                <a:latin typeface="Noto Sans CJK TC"/>
                <a:ea typeface="Noto Sans CJK TC"/>
                <a:cs typeface="Noto Sans CJK TC"/>
              </a:defRPr>
            </a:pPr>
            <a:r>
              <a:rPr sz="1725" b="1" i="0">
                <a:solidFill>
                  <a:srgbClr val="D75252"/>
                </a:solidFill>
                <a:latin typeface="Noto Sans CJK TC"/>
                <a:ea typeface="Noto Sans CJK TC"/>
                <a:cs typeface="Noto Sans CJK TC"/>
              </a:rPr>
              <a:t>M8</a:t>
            </a:r>
          </a:p>
        </p:txBody>
      </p:sp>
      <p:sp>
        <p:nvSpPr>
          <p:cNvPr id="18" name="">
            <a:extLst xmlns:a="http://schemas.openxmlformats.org/drawingml/2006/main">
              <a:ext uri="{FF2B5EF4-FFF2-40B4-BE49-F238E27FC236}">
                <a16:creationId xmlns:a16="http://schemas.microsoft.com/office/drawing/2014/main" id="{EDFB37F6-7B78-41DB-BCBA-C6F91A7E3681}"/>
              </a:ext>
            </a:extLst>
          </p:cNvPr>
          <p:cNvSpPr>
            <a:spLocks xmlns:a="http://schemas.openxmlformats.org/drawingml/2006/main" noGrp="1"/>
          </p:cNvSpPr>
          <p:nvPr/>
        </p:nvSpPr>
        <p:spPr>
          <a:xfrm xmlns:a="http://schemas.openxmlformats.org/drawingml/2006/main">
            <a:off x="1619250" y="34861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新しい表現・別時点・より長い履歴でも安定するか？</a:t>
            </a:r>
          </a:p>
        </p:txBody>
      </p:sp>
      <p:sp>
        <p:nvSpPr>
          <p:cNvPr id="19" name="">
            <a:extLst xmlns:a="http://schemas.openxmlformats.org/drawingml/2006/main">
              <a:ext uri="{FF2B5EF4-FFF2-40B4-BE49-F238E27FC236}">
                <a16:creationId xmlns:a16="http://schemas.microsoft.com/office/drawing/2014/main" id="{A39A00AA-8D75-4AC0-BFE3-0781DBA2464A}"/>
              </a:ext>
            </a:extLst>
          </p:cNvPr>
          <p:cNvSpPr>
            <a:spLocks xmlns:a="http://schemas.openxmlformats.org/drawingml/2006/main" noGrp="1"/>
          </p:cNvSpPr>
          <p:nvPr/>
        </p:nvSpPr>
        <p:spPr>
          <a:xfrm xmlns:a="http://schemas.openxmlformats.org/drawingml/2006/main">
            <a:off x="7048500" y="34861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4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【全体頑健性】正式判定は失敗。強いB5ベースラインがOursを上回った</a:t>
            </a:r>
          </a:p>
        </p:txBody>
      </p:sp>
      <p:sp>
        <p:nvSpPr>
          <p:cNvPr id="20" name="">
            <a:extLst xmlns:a="http://schemas.openxmlformats.org/drawingml/2006/main">
              <a:ext uri="{FF2B5EF4-FFF2-40B4-BE49-F238E27FC236}">
                <a16:creationId xmlns:a16="http://schemas.microsoft.com/office/drawing/2014/main" id="{91D5A8D7-BAD2-4D6D-9A49-2E69E2CBF55B}"/>
              </a:ext>
            </a:extLst>
          </p:cNvPr>
          <p:cNvSpPr>
            <a:spLocks xmlns:a="http://schemas.openxmlformats.org/drawingml/2006/main" noGrp="1"/>
          </p:cNvSpPr>
          <p:nvPr/>
        </p:nvSpPr>
        <p:spPr>
          <a:xfrm xmlns:a="http://schemas.openxmlformats.org/drawingml/2006/main">
            <a:off x="533400" y="47815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1" name="">
            <a:extLst xmlns:a="http://schemas.openxmlformats.org/drawingml/2006/main">
              <a:ext uri="{FF2B5EF4-FFF2-40B4-BE49-F238E27FC236}">
                <a16:creationId xmlns:a16="http://schemas.microsoft.com/office/drawing/2014/main" id="{4698CB05-8A6C-4BD0-9248-8F0699A5D7B2}"/>
              </a:ext>
            </a:extLst>
          </p:cNvPr>
          <p:cNvSpPr>
            <a:spLocks xmlns:a="http://schemas.openxmlformats.org/drawingml/2006/main" noGrp="1"/>
          </p:cNvSpPr>
          <p:nvPr/>
        </p:nvSpPr>
        <p:spPr>
          <a:xfrm xmlns:a="http://schemas.openxmlformats.org/drawingml/2006/main">
            <a:off x="571500" y="42672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D75252"/>
                </a:solidFill>
                <a:latin typeface="Noto Sans CJK TC"/>
                <a:ea typeface="Noto Sans CJK TC"/>
                <a:cs typeface="Noto Sans CJK TC"/>
              </a:defRPr>
            </a:pPr>
            <a:r>
              <a:rPr sz="1725" b="1" i="0">
                <a:solidFill>
                  <a:srgbClr val="D75252"/>
                </a:solidFill>
                <a:latin typeface="Noto Sans CJK TC"/>
                <a:ea typeface="Noto Sans CJK TC"/>
                <a:cs typeface="Noto Sans CJK TC"/>
              </a:rPr>
              <a:t>M9</a:t>
            </a:r>
          </a:p>
        </p:txBody>
      </p:sp>
      <p:sp>
        <p:nvSpPr>
          <p:cNvPr id="22" name="">
            <a:extLst xmlns:a="http://schemas.openxmlformats.org/drawingml/2006/main">
              <a:ext uri="{FF2B5EF4-FFF2-40B4-BE49-F238E27FC236}">
                <a16:creationId xmlns:a16="http://schemas.microsoft.com/office/drawing/2014/main" id="{ABFC374D-C901-4C6D-B1FB-20A012886688}"/>
              </a:ext>
            </a:extLst>
          </p:cNvPr>
          <p:cNvSpPr>
            <a:spLocks xmlns:a="http://schemas.openxmlformats.org/drawingml/2006/main" noGrp="1"/>
          </p:cNvSpPr>
          <p:nvPr/>
        </p:nvSpPr>
        <p:spPr>
          <a:xfrm xmlns:a="http://schemas.openxmlformats.org/drawingml/2006/main">
            <a:off x="1619250" y="42672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同じ構成を別の人物に替えても動くか？</a:t>
            </a:r>
          </a:p>
        </p:txBody>
      </p:sp>
      <p:sp>
        <p:nvSpPr>
          <p:cNvPr id="23" name="">
            <a:extLst xmlns:a="http://schemas.openxmlformats.org/drawingml/2006/main">
              <a:ext uri="{FF2B5EF4-FFF2-40B4-BE49-F238E27FC236}">
                <a16:creationId xmlns:a16="http://schemas.microsoft.com/office/drawing/2014/main" id="{0D25919D-F9BC-43F0-92BA-8DA7728CBE6B}"/>
              </a:ext>
            </a:extLst>
          </p:cNvPr>
          <p:cNvSpPr>
            <a:spLocks xmlns:a="http://schemas.openxmlformats.org/drawingml/2006/main" noGrp="1"/>
          </p:cNvSpPr>
          <p:nvPr/>
        </p:nvSpPr>
        <p:spPr>
          <a:xfrm xmlns:a="http://schemas.openxmlformats.org/drawingml/2006/main">
            <a:off x="7048500" y="42672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4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【人格定数／転移】人物は替えられたが、完全適応後の予測は悪化した</a:t>
            </a:r>
          </a:p>
        </p:txBody>
      </p:sp>
      <p:sp>
        <p:nvSpPr>
          <p:cNvPr id="24" name="">
            <a:extLst xmlns:a="http://schemas.openxmlformats.org/drawingml/2006/main">
              <a:ext uri="{FF2B5EF4-FFF2-40B4-BE49-F238E27FC236}">
                <a16:creationId xmlns:a16="http://schemas.microsoft.com/office/drawing/2014/main" id="{7A42B4F0-002C-4390-BB6B-91632E16EE41}"/>
              </a:ext>
            </a:extLst>
          </p:cNvPr>
          <p:cNvSpPr>
            <a:spLocks xmlns:a="http://schemas.openxmlformats.org/drawingml/2006/main" noGrp="1"/>
          </p:cNvSpPr>
          <p:nvPr/>
        </p:nvSpPr>
        <p:spPr>
          <a:xfrm xmlns:a="http://schemas.openxmlformats.org/drawingml/2006/main">
            <a:off x="533400" y="55626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5" name="">
            <a:extLst xmlns:a="http://schemas.openxmlformats.org/drawingml/2006/main">
              <a:ext uri="{FF2B5EF4-FFF2-40B4-BE49-F238E27FC236}">
                <a16:creationId xmlns:a16="http://schemas.microsoft.com/office/drawing/2014/main" id="{F14D764F-51C7-4B7E-9214-17D983CD0112}"/>
              </a:ext>
            </a:extLst>
          </p:cNvPr>
          <p:cNvSpPr>
            <a:spLocks xmlns:a="http://schemas.openxmlformats.org/drawingml/2006/main" noGrp="1"/>
          </p:cNvSpPr>
          <p:nvPr/>
        </p:nvSpPr>
        <p:spPr>
          <a:xfrm xmlns:a="http://schemas.openxmlformats.org/drawingml/2006/main">
            <a:off x="571500" y="50482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E5A72D"/>
                </a:solidFill>
                <a:latin typeface="Noto Sans CJK TC"/>
                <a:ea typeface="Noto Sans CJK TC"/>
                <a:cs typeface="Noto Sans CJK TC"/>
              </a:defRPr>
            </a:pPr>
            <a:r>
              <a:rPr sz="1725" b="1" i="0">
                <a:solidFill>
                  <a:srgbClr val="E5A72D"/>
                </a:solidFill>
                <a:latin typeface="Noto Sans CJK TC"/>
                <a:ea typeface="Noto Sans CJK TC"/>
                <a:cs typeface="Noto Sans CJK TC"/>
              </a:rPr>
              <a:t>M10</a:t>
            </a:r>
          </a:p>
        </p:txBody>
      </p:sp>
      <p:sp>
        <p:nvSpPr>
          <p:cNvPr id="26" name="">
            <a:extLst xmlns:a="http://schemas.openxmlformats.org/drawingml/2006/main">
              <a:ext uri="{FF2B5EF4-FFF2-40B4-BE49-F238E27FC236}">
                <a16:creationId xmlns:a16="http://schemas.microsoft.com/office/drawing/2014/main" id="{BEF4BDCD-F228-48F7-91BF-19B9457F9A61}"/>
              </a:ext>
            </a:extLst>
          </p:cNvPr>
          <p:cNvSpPr>
            <a:spLocks xmlns:a="http://schemas.openxmlformats.org/drawingml/2006/main" noGrp="1"/>
          </p:cNvSpPr>
          <p:nvPr/>
        </p:nvSpPr>
        <p:spPr>
          <a:xfrm xmlns:a="http://schemas.openxmlformats.org/drawingml/2006/main">
            <a:off x="1619250" y="5048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行動決定後、意味を変えず自然な日本語にできるか？</a:t>
            </a:r>
          </a:p>
        </p:txBody>
      </p:sp>
      <p:sp>
        <p:nvSpPr>
          <p:cNvPr id="27" name="">
            <a:extLst xmlns:a="http://schemas.openxmlformats.org/drawingml/2006/main">
              <a:ext uri="{FF2B5EF4-FFF2-40B4-BE49-F238E27FC236}">
                <a16:creationId xmlns:a16="http://schemas.microsoft.com/office/drawing/2014/main" id="{069542E6-68B4-4FAA-A628-6EE36E236CD8}"/>
              </a:ext>
            </a:extLst>
          </p:cNvPr>
          <p:cNvSpPr>
            <a:spLocks xmlns:a="http://schemas.openxmlformats.org/drawingml/2006/main" noGrp="1"/>
          </p:cNvSpPr>
          <p:nvPr/>
        </p:nvSpPr>
        <p:spPr>
          <a:xfrm xmlns:a="http://schemas.openxmlformats.org/drawingml/2006/main">
            <a:off x="7048500" y="50482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63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【右脳出力】日本語ガードは完成。人による自然さ評価は未実施</a:t>
            </a:r>
          </a:p>
        </p:txBody>
      </p:sp>
      <p:sp>
        <p:nvSpPr>
          <p:cNvPr id="28" name="">
            <a:extLst xmlns:a="http://schemas.openxmlformats.org/drawingml/2006/main">
              <a:ext uri="{FF2B5EF4-FFF2-40B4-BE49-F238E27FC236}">
                <a16:creationId xmlns:a16="http://schemas.microsoft.com/office/drawing/2014/main" id="{C52B30CE-820F-410E-AFF2-8BE6D949537D}"/>
              </a:ext>
            </a:extLst>
          </p:cNvPr>
          <p:cNvSpPr>
            <a:spLocks xmlns:a="http://schemas.openxmlformats.org/drawingml/2006/main" noGrp="1"/>
          </p:cNvSpPr>
          <p:nvPr/>
        </p:nvSpPr>
        <p:spPr>
          <a:xfrm xmlns:a="http://schemas.openxmlformats.org/drawingml/2006/main">
            <a:off x="571500" y="6038850"/>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検証後も最大の欠落は、左脳が「本当に問われた対象」を正しく分けられるかだった。</a:t>
            </a:r>
          </a:p>
        </p:txBody>
      </p:sp>
    </p:spTree>
    <p:extLst>
      <p:ext uri="{BB962C8B-B14F-4D97-AF65-F5344CB8AC3E}">
        <p14:creationId xmlns:p14="http://schemas.microsoft.com/office/powerpoint/2010/main" val="15011861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FA2386B-B91F-4236-83C6-C0DBBCE1A173}"/>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ここでPUBを使う理由</a:t>
            </a:r>
          </a:p>
        </p:txBody>
      </p:sp>
      <p:sp>
        <p:nvSpPr>
          <p:cNvPr id="2" name="">
            <a:extLst xmlns:a="http://schemas.openxmlformats.org/drawingml/2006/main">
              <a:ext uri="{FF2B5EF4-FFF2-40B4-BE49-F238E27FC236}">
                <a16:creationId xmlns:a16="http://schemas.microsoft.com/office/drawing/2014/main" id="{26116588-49BB-422E-AF69-1F523C365D9E}"/>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M11–M15：左脳理解を検証するため、自作問題から公開PUBへ移行</a:t>
            </a:r>
          </a:p>
        </p:txBody>
      </p:sp>
      <p:sp>
        <p:nvSpPr>
          <p:cNvPr id="3" name="">
            <a:extLst xmlns:a="http://schemas.openxmlformats.org/drawingml/2006/main">
              <a:ext uri="{FF2B5EF4-FFF2-40B4-BE49-F238E27FC236}">
                <a16:creationId xmlns:a16="http://schemas.microsoft.com/office/drawing/2014/main" id="{1E8EEBAF-9261-4EB4-A7E1-239EE74CE3B6}"/>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BEDB7EFA-1A2F-4AA8-BCF9-C6EE360571E7}"/>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11</a:t>
            </a:r>
          </a:p>
        </p:txBody>
      </p:sp>
      <p:sp>
        <p:nvSpPr>
          <p:cNvPr id="5" name="">
            <a:extLst xmlns:a="http://schemas.openxmlformats.org/drawingml/2006/main">
              <a:ext uri="{FF2B5EF4-FFF2-40B4-BE49-F238E27FC236}">
                <a16:creationId xmlns:a16="http://schemas.microsoft.com/office/drawing/2014/main" id="{4C47673A-55DD-4612-A129-2B3546217C92}"/>
              </a:ext>
            </a:extLst>
          </p:cNvPr>
          <p:cNvSpPr>
            <a:spLocks xmlns:a="http://schemas.openxmlformats.org/drawingml/2006/main" noGrp="1"/>
          </p:cNvSpPr>
          <p:nvPr/>
        </p:nvSpPr>
        <p:spPr>
          <a:xfrm xmlns:a="http://schemas.openxmlformats.org/drawingml/2006/main">
            <a:off x="571500" y="1466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段階</a:t>
            </a:r>
          </a:p>
        </p:txBody>
      </p:sp>
      <p:sp>
        <p:nvSpPr>
          <p:cNvPr id="6" name="">
            <a:extLst xmlns:a="http://schemas.openxmlformats.org/drawingml/2006/main">
              <a:ext uri="{FF2B5EF4-FFF2-40B4-BE49-F238E27FC236}">
                <a16:creationId xmlns:a16="http://schemas.microsoft.com/office/drawing/2014/main" id="{674D6DE6-5BA0-49D0-BD39-35565287A388}"/>
              </a:ext>
            </a:extLst>
          </p:cNvPr>
          <p:cNvSpPr>
            <a:spLocks xmlns:a="http://schemas.openxmlformats.org/drawingml/2006/main" noGrp="1"/>
          </p:cNvSpPr>
          <p:nvPr/>
        </p:nvSpPr>
        <p:spPr>
          <a:xfrm xmlns:a="http://schemas.openxmlformats.org/drawingml/2006/main">
            <a:off x="1619250" y="1466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その時点で答える問い</a:t>
            </a:r>
          </a:p>
        </p:txBody>
      </p:sp>
      <p:sp>
        <p:nvSpPr>
          <p:cNvPr id="7" name="">
            <a:extLst xmlns:a="http://schemas.openxmlformats.org/drawingml/2006/main">
              <a:ext uri="{FF2B5EF4-FFF2-40B4-BE49-F238E27FC236}">
                <a16:creationId xmlns:a16="http://schemas.microsoft.com/office/drawing/2014/main" id="{7965F352-6FF4-4ECA-9CAB-3AB2FEA40C25}"/>
              </a:ext>
            </a:extLst>
          </p:cNvPr>
          <p:cNvSpPr>
            <a:spLocks xmlns:a="http://schemas.openxmlformats.org/drawingml/2006/main" noGrp="1"/>
          </p:cNvSpPr>
          <p:nvPr/>
        </p:nvSpPr>
        <p:spPr>
          <a:xfrm xmlns:a="http://schemas.openxmlformats.org/drawingml/2006/main">
            <a:off x="7048500" y="1466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元の構成との対応／実際の結果</a:t>
            </a:r>
          </a:p>
        </p:txBody>
      </p:sp>
      <p:sp>
        <p:nvSpPr>
          <p:cNvPr id="8" name="">
            <a:extLst xmlns:a="http://schemas.openxmlformats.org/drawingml/2006/main">
              <a:ext uri="{FF2B5EF4-FFF2-40B4-BE49-F238E27FC236}">
                <a16:creationId xmlns:a16="http://schemas.microsoft.com/office/drawing/2014/main" id="{E87948F3-5046-4B0F-8F31-D1F0016DB2EE}"/>
              </a:ext>
            </a:extLst>
          </p:cNvPr>
          <p:cNvSpPr>
            <a:spLocks xmlns:a="http://schemas.openxmlformats.org/drawingml/2006/main" noGrp="1"/>
          </p:cNvSpPr>
          <p:nvPr/>
        </p:nvSpPr>
        <p:spPr>
          <a:xfrm xmlns:a="http://schemas.openxmlformats.org/drawingml/2006/main">
            <a:off x="533400" y="24384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9" name="">
            <a:extLst xmlns:a="http://schemas.openxmlformats.org/drawingml/2006/main">
              <a:ext uri="{FF2B5EF4-FFF2-40B4-BE49-F238E27FC236}">
                <a16:creationId xmlns:a16="http://schemas.microsoft.com/office/drawing/2014/main" id="{3000E3C7-8C13-4666-8CE9-3D015005A8A4}"/>
              </a:ext>
            </a:extLst>
          </p:cNvPr>
          <p:cNvSpPr>
            <a:spLocks xmlns:a="http://schemas.openxmlformats.org/drawingml/2006/main" noGrp="1"/>
          </p:cNvSpPr>
          <p:nvPr/>
        </p:nvSpPr>
        <p:spPr>
          <a:xfrm xmlns:a="http://schemas.openxmlformats.org/drawingml/2006/main">
            <a:off x="571500" y="19240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M11</a:t>
            </a:r>
          </a:p>
        </p:txBody>
      </p:sp>
      <p:sp>
        <p:nvSpPr>
          <p:cNvPr id="10" name="">
            <a:extLst xmlns:a="http://schemas.openxmlformats.org/drawingml/2006/main">
              <a:ext uri="{FF2B5EF4-FFF2-40B4-BE49-F238E27FC236}">
                <a16:creationId xmlns:a16="http://schemas.microsoft.com/office/drawing/2014/main" id="{02D08F5C-0810-45CF-9EB9-57556CAA9D41}"/>
              </a:ext>
            </a:extLst>
          </p:cNvPr>
          <p:cNvSpPr>
            <a:spLocks xmlns:a="http://schemas.openxmlformats.org/drawingml/2006/main" noGrp="1"/>
          </p:cNvSpPr>
          <p:nvPr/>
        </p:nvSpPr>
        <p:spPr>
          <a:xfrm xmlns:a="http://schemas.openxmlformats.org/drawingml/2006/main">
            <a:off x="1619250" y="19240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現時点で何が証拠となり、何は言えないのか？</a:t>
            </a:r>
          </a:p>
        </p:txBody>
      </p:sp>
      <p:sp>
        <p:nvSpPr>
          <p:cNvPr id="11" name="">
            <a:extLst xmlns:a="http://schemas.openxmlformats.org/drawingml/2006/main">
              <a:ext uri="{FF2B5EF4-FFF2-40B4-BE49-F238E27FC236}">
                <a16:creationId xmlns:a16="http://schemas.microsoft.com/office/drawing/2014/main" id="{4587D7E5-0948-4704-A0D6-ABDA68BF2052}"/>
              </a:ext>
            </a:extLst>
          </p:cNvPr>
          <p:cNvSpPr>
            <a:spLocks xmlns:a="http://schemas.openxmlformats.org/drawingml/2006/main" noGrp="1"/>
          </p:cNvSpPr>
          <p:nvPr/>
        </p:nvSpPr>
        <p:spPr>
          <a:xfrm xmlns:a="http://schemas.openxmlformats.org/drawingml/2006/main">
            <a:off x="7048500" y="19240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【評価層】成功・失敗・主張できない範囲を一緒に整理</a:t>
            </a:r>
          </a:p>
        </p:txBody>
      </p:sp>
      <p:sp>
        <p:nvSpPr>
          <p:cNvPr id="12" name="">
            <a:extLst xmlns:a="http://schemas.openxmlformats.org/drawingml/2006/main">
              <a:ext uri="{FF2B5EF4-FFF2-40B4-BE49-F238E27FC236}">
                <a16:creationId xmlns:a16="http://schemas.microsoft.com/office/drawing/2014/main" id="{8C731F05-3A66-41DE-BBE2-4195AD3F835C}"/>
              </a:ext>
            </a:extLst>
          </p:cNvPr>
          <p:cNvSpPr>
            <a:spLocks xmlns:a="http://schemas.openxmlformats.org/drawingml/2006/main" noGrp="1"/>
          </p:cNvSpPr>
          <p:nvPr/>
        </p:nvSpPr>
        <p:spPr>
          <a:xfrm xmlns:a="http://schemas.openxmlformats.org/drawingml/2006/main">
            <a:off x="533400" y="32194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3" name="">
            <a:extLst xmlns:a="http://schemas.openxmlformats.org/drawingml/2006/main">
              <a:ext uri="{FF2B5EF4-FFF2-40B4-BE49-F238E27FC236}">
                <a16:creationId xmlns:a16="http://schemas.microsoft.com/office/drawing/2014/main" id="{23503AD8-2170-452C-A871-CA4998B6ABC5}"/>
              </a:ext>
            </a:extLst>
          </p:cNvPr>
          <p:cNvSpPr>
            <a:spLocks xmlns:a="http://schemas.openxmlformats.org/drawingml/2006/main" noGrp="1"/>
          </p:cNvSpPr>
          <p:nvPr/>
        </p:nvSpPr>
        <p:spPr>
          <a:xfrm xmlns:a="http://schemas.openxmlformats.org/drawingml/2006/main">
            <a:off x="571500" y="27051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M12</a:t>
            </a:r>
          </a:p>
        </p:txBody>
      </p:sp>
      <p:sp>
        <p:nvSpPr>
          <p:cNvPr id="14" name="">
            <a:extLst xmlns:a="http://schemas.openxmlformats.org/drawingml/2006/main">
              <a:ext uri="{FF2B5EF4-FFF2-40B4-BE49-F238E27FC236}">
                <a16:creationId xmlns:a16="http://schemas.microsoft.com/office/drawing/2014/main" id="{C62387E6-5653-4265-89FB-4E484F7E2235}"/>
              </a:ext>
            </a:extLst>
          </p:cNvPr>
          <p:cNvSpPr>
            <a:spLocks xmlns:a="http://schemas.openxmlformats.org/drawingml/2006/main" noGrp="1"/>
          </p:cNvSpPr>
          <p:nvPr/>
        </p:nvSpPr>
        <p:spPr>
          <a:xfrm xmlns:a="http://schemas.openxmlformats.org/drawingml/2006/main">
            <a:off x="1619250" y="27051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評価方法を既発表論文に合わせられるか？</a:t>
            </a:r>
          </a:p>
        </p:txBody>
      </p:sp>
      <p:sp>
        <p:nvSpPr>
          <p:cNvPr id="15" name="">
            <a:extLst xmlns:a="http://schemas.openxmlformats.org/drawingml/2006/main">
              <a:ext uri="{FF2B5EF4-FFF2-40B4-BE49-F238E27FC236}">
                <a16:creationId xmlns:a16="http://schemas.microsoft.com/office/drawing/2014/main" id="{3527FAAB-4063-4737-B044-F95EC8846D05}"/>
              </a:ext>
            </a:extLst>
          </p:cNvPr>
          <p:cNvSpPr>
            <a:spLocks xmlns:a="http://schemas.openxmlformats.org/drawingml/2006/main" noGrp="1"/>
          </p:cNvSpPr>
          <p:nvPr/>
        </p:nvSpPr>
        <p:spPr>
          <a:xfrm xmlns:a="http://schemas.openxmlformats.org/drawingml/2006/main">
            <a:off x="7048500" y="27051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632"/>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【評価層】論文の方法に整合。中核システム全体の優位は未成立</a:t>
            </a:r>
          </a:p>
        </p:txBody>
      </p:sp>
      <p:sp>
        <p:nvSpPr>
          <p:cNvPr id="16" name="">
            <a:extLst xmlns:a="http://schemas.openxmlformats.org/drawingml/2006/main">
              <a:ext uri="{FF2B5EF4-FFF2-40B4-BE49-F238E27FC236}">
                <a16:creationId xmlns:a16="http://schemas.microsoft.com/office/drawing/2014/main" id="{937E5DF6-805C-4197-82FE-4867F05BC09B}"/>
              </a:ext>
            </a:extLst>
          </p:cNvPr>
          <p:cNvSpPr>
            <a:spLocks xmlns:a="http://schemas.openxmlformats.org/drawingml/2006/main" noGrp="1"/>
          </p:cNvSpPr>
          <p:nvPr/>
        </p:nvSpPr>
        <p:spPr>
          <a:xfrm xmlns:a="http://schemas.openxmlformats.org/drawingml/2006/main">
            <a:off x="533400" y="40005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7" name="">
            <a:extLst xmlns:a="http://schemas.openxmlformats.org/drawingml/2006/main">
              <a:ext uri="{FF2B5EF4-FFF2-40B4-BE49-F238E27FC236}">
                <a16:creationId xmlns:a16="http://schemas.microsoft.com/office/drawing/2014/main" id="{6B53B7D8-3514-40DE-94D0-2DC4BE0D45BC}"/>
              </a:ext>
            </a:extLst>
          </p:cNvPr>
          <p:cNvSpPr>
            <a:spLocks xmlns:a="http://schemas.openxmlformats.org/drawingml/2006/main" noGrp="1"/>
          </p:cNvSpPr>
          <p:nvPr/>
        </p:nvSpPr>
        <p:spPr>
          <a:xfrm xmlns:a="http://schemas.openxmlformats.org/drawingml/2006/main">
            <a:off x="571500" y="34861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D75252"/>
                </a:solidFill>
                <a:latin typeface="Noto Sans CJK TC"/>
                <a:ea typeface="Noto Sans CJK TC"/>
                <a:cs typeface="Noto Sans CJK TC"/>
              </a:defRPr>
            </a:pPr>
            <a:r>
              <a:rPr sz="1725" b="1" i="0">
                <a:solidFill>
                  <a:srgbClr val="D75252"/>
                </a:solidFill>
                <a:latin typeface="Noto Sans CJK TC"/>
                <a:ea typeface="Noto Sans CJK TC"/>
                <a:cs typeface="Noto Sans CJK TC"/>
              </a:rPr>
              <a:t>M13</a:t>
            </a:r>
          </a:p>
        </p:txBody>
      </p:sp>
      <p:sp>
        <p:nvSpPr>
          <p:cNvPr id="18" name="">
            <a:extLst xmlns:a="http://schemas.openxmlformats.org/drawingml/2006/main">
              <a:ext uri="{FF2B5EF4-FFF2-40B4-BE49-F238E27FC236}">
                <a16:creationId xmlns:a16="http://schemas.microsoft.com/office/drawing/2014/main" id="{3770635E-FD7C-439E-BF3F-90DA62CEE26F}"/>
              </a:ext>
            </a:extLst>
          </p:cNvPr>
          <p:cNvSpPr>
            <a:spLocks xmlns:a="http://schemas.openxmlformats.org/drawingml/2006/main" noGrp="1"/>
          </p:cNvSpPr>
          <p:nvPr/>
        </p:nvSpPr>
        <p:spPr>
          <a:xfrm xmlns:a="http://schemas.openxmlformats.org/drawingml/2006/main">
            <a:off x="1619250" y="34861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自作問題の限界後、PUBで左脳の語用理解を測ると？</a:t>
            </a:r>
          </a:p>
        </p:txBody>
      </p:sp>
      <p:sp>
        <p:nvSpPr>
          <p:cNvPr id="19" name="">
            <a:extLst xmlns:a="http://schemas.openxmlformats.org/drawingml/2006/main">
              <a:ext uri="{FF2B5EF4-FFF2-40B4-BE49-F238E27FC236}">
                <a16:creationId xmlns:a16="http://schemas.microsoft.com/office/drawing/2014/main" id="{5C79BDEE-74D2-49F5-81AE-2D2E1DAB72E4}"/>
              </a:ext>
            </a:extLst>
          </p:cNvPr>
          <p:cNvSpPr>
            <a:spLocks xmlns:a="http://schemas.openxmlformats.org/drawingml/2006/main" noGrp="1"/>
          </p:cNvSpPr>
          <p:nvPr/>
        </p:nvSpPr>
        <p:spPr>
          <a:xfrm xmlns:a="http://schemas.openxmlformats.org/drawingml/2006/main">
            <a:off x="7048500" y="34861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【左脳理解】初回は勝てず、スキーマ完全率も23.4%</a:t>
            </a:r>
          </a:p>
        </p:txBody>
      </p:sp>
      <p:sp>
        <p:nvSpPr>
          <p:cNvPr id="20" name="">
            <a:extLst xmlns:a="http://schemas.openxmlformats.org/drawingml/2006/main">
              <a:ext uri="{FF2B5EF4-FFF2-40B4-BE49-F238E27FC236}">
                <a16:creationId xmlns:a16="http://schemas.microsoft.com/office/drawing/2014/main" id="{097B9975-8830-46EC-BDE8-37470EEFBA48}"/>
              </a:ext>
            </a:extLst>
          </p:cNvPr>
          <p:cNvSpPr>
            <a:spLocks xmlns:a="http://schemas.openxmlformats.org/drawingml/2006/main" noGrp="1"/>
          </p:cNvSpPr>
          <p:nvPr/>
        </p:nvSpPr>
        <p:spPr>
          <a:xfrm xmlns:a="http://schemas.openxmlformats.org/drawingml/2006/main">
            <a:off x="533400" y="478155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1" name="">
            <a:extLst xmlns:a="http://schemas.openxmlformats.org/drawingml/2006/main">
              <a:ext uri="{FF2B5EF4-FFF2-40B4-BE49-F238E27FC236}">
                <a16:creationId xmlns:a16="http://schemas.microsoft.com/office/drawing/2014/main" id="{C7493556-702D-4018-8984-9C6B5F4359D2}"/>
              </a:ext>
            </a:extLst>
          </p:cNvPr>
          <p:cNvSpPr>
            <a:spLocks xmlns:a="http://schemas.openxmlformats.org/drawingml/2006/main" noGrp="1"/>
          </p:cNvSpPr>
          <p:nvPr/>
        </p:nvSpPr>
        <p:spPr>
          <a:xfrm xmlns:a="http://schemas.openxmlformats.org/drawingml/2006/main">
            <a:off x="571500" y="42672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D8DFF"/>
                </a:solidFill>
                <a:latin typeface="Noto Sans CJK TC"/>
                <a:ea typeface="Noto Sans CJK TC"/>
                <a:cs typeface="Noto Sans CJK TC"/>
              </a:defRPr>
            </a:pPr>
            <a:r>
              <a:rPr sz="1725" b="1" i="0">
                <a:solidFill>
                  <a:srgbClr val="3D8DFF"/>
                </a:solidFill>
                <a:latin typeface="Noto Sans CJK TC"/>
                <a:ea typeface="Noto Sans CJK TC"/>
                <a:cs typeface="Noto Sans CJK TC"/>
              </a:rPr>
              <a:t>M14</a:t>
            </a:r>
          </a:p>
        </p:txBody>
      </p:sp>
      <p:sp>
        <p:nvSpPr>
          <p:cNvPr id="22" name="">
            <a:extLst xmlns:a="http://schemas.openxmlformats.org/drawingml/2006/main">
              <a:ext uri="{FF2B5EF4-FFF2-40B4-BE49-F238E27FC236}">
                <a16:creationId xmlns:a16="http://schemas.microsoft.com/office/drawing/2014/main" id="{CFDEBD82-2289-4C14-93C2-1C94D98D27E0}"/>
              </a:ext>
            </a:extLst>
          </p:cNvPr>
          <p:cNvSpPr>
            <a:spLocks xmlns:a="http://schemas.openxmlformats.org/drawingml/2006/main" noGrp="1"/>
          </p:cNvSpPr>
          <p:nvPr/>
        </p:nvSpPr>
        <p:spPr>
          <a:xfrm xmlns:a="http://schemas.openxmlformats.org/drawingml/2006/main">
            <a:off x="1619250" y="42672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スキーマだけ直し、全く新しい問題に替えるとどうなるか？</a:t>
            </a:r>
          </a:p>
        </p:txBody>
      </p:sp>
      <p:sp>
        <p:nvSpPr>
          <p:cNvPr id="23" name="">
            <a:extLst xmlns:a="http://schemas.openxmlformats.org/drawingml/2006/main">
              <a:ext uri="{FF2B5EF4-FFF2-40B4-BE49-F238E27FC236}">
                <a16:creationId xmlns:a16="http://schemas.microsoft.com/office/drawing/2014/main" id="{5389CCD1-9FC0-4A5A-A8C6-2B3B9A6622C6}"/>
              </a:ext>
            </a:extLst>
          </p:cNvPr>
          <p:cNvSpPr>
            <a:spLocks xmlns:a="http://schemas.openxmlformats.org/drawingml/2006/main" noGrp="1"/>
          </p:cNvSpPr>
          <p:nvPr/>
        </p:nvSpPr>
        <p:spPr>
          <a:xfrm xmlns:a="http://schemas.openxmlformats.org/drawingml/2006/main">
            <a:off x="7048500" y="42672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【左脳理解】スキーマ修正後、T13で+37.5ppの兆候</a:t>
            </a:r>
          </a:p>
        </p:txBody>
      </p:sp>
      <p:sp>
        <p:nvSpPr>
          <p:cNvPr id="24" name="">
            <a:extLst xmlns:a="http://schemas.openxmlformats.org/drawingml/2006/main">
              <a:ext uri="{FF2B5EF4-FFF2-40B4-BE49-F238E27FC236}">
                <a16:creationId xmlns:a16="http://schemas.microsoft.com/office/drawing/2014/main" id="{625CEF7A-9AFC-4C93-A613-56F01BEA8F19}"/>
              </a:ext>
            </a:extLst>
          </p:cNvPr>
          <p:cNvSpPr>
            <a:spLocks xmlns:a="http://schemas.openxmlformats.org/drawingml/2006/main" noGrp="1"/>
          </p:cNvSpPr>
          <p:nvPr/>
        </p:nvSpPr>
        <p:spPr>
          <a:xfrm xmlns:a="http://schemas.openxmlformats.org/drawingml/2006/main">
            <a:off x="533400" y="55626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5" name="">
            <a:extLst xmlns:a="http://schemas.openxmlformats.org/drawingml/2006/main">
              <a:ext uri="{FF2B5EF4-FFF2-40B4-BE49-F238E27FC236}">
                <a16:creationId xmlns:a16="http://schemas.microsoft.com/office/drawing/2014/main" id="{8E2500E5-DEF6-4A5C-8EA7-D6419438B838}"/>
              </a:ext>
            </a:extLst>
          </p:cNvPr>
          <p:cNvSpPr>
            <a:spLocks xmlns:a="http://schemas.openxmlformats.org/drawingml/2006/main" noGrp="1"/>
          </p:cNvSpPr>
          <p:nvPr/>
        </p:nvSpPr>
        <p:spPr>
          <a:xfrm xmlns:a="http://schemas.openxmlformats.org/drawingml/2006/main">
            <a:off x="571500" y="504825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35A56F"/>
                </a:solidFill>
                <a:latin typeface="Noto Sans CJK TC"/>
                <a:ea typeface="Noto Sans CJK TC"/>
                <a:cs typeface="Noto Sans CJK TC"/>
              </a:defRPr>
            </a:pPr>
            <a:r>
              <a:rPr sz="1725" b="1" i="0">
                <a:solidFill>
                  <a:srgbClr val="35A56F"/>
                </a:solidFill>
                <a:latin typeface="Noto Sans CJK TC"/>
                <a:ea typeface="Noto Sans CJK TC"/>
                <a:cs typeface="Noto Sans CJK TC"/>
              </a:rPr>
              <a:t>M15</a:t>
            </a:r>
          </a:p>
        </p:txBody>
      </p:sp>
      <p:sp>
        <p:nvSpPr>
          <p:cNvPr id="26" name="">
            <a:extLst xmlns:a="http://schemas.openxmlformats.org/drawingml/2006/main">
              <a:ext uri="{FF2B5EF4-FFF2-40B4-BE49-F238E27FC236}">
                <a16:creationId xmlns:a16="http://schemas.microsoft.com/office/drawing/2014/main" id="{5EA53582-A89C-4F00-A9A6-CD698241CF4A}"/>
              </a:ext>
            </a:extLst>
          </p:cNvPr>
          <p:cNvSpPr>
            <a:spLocks xmlns:a="http://schemas.openxmlformats.org/drawingml/2006/main" noGrp="1"/>
          </p:cNvSpPr>
          <p:nvPr/>
        </p:nvSpPr>
        <p:spPr>
          <a:xfrm xmlns:a="http://schemas.openxmlformats.org/drawingml/2006/main">
            <a:off x="1619250" y="50482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このT13の兆候を300件の新規事例で確認できるか？</a:t>
            </a:r>
          </a:p>
        </p:txBody>
      </p:sp>
      <p:sp>
        <p:nvSpPr>
          <p:cNvPr id="27" name="">
            <a:extLst xmlns:a="http://schemas.openxmlformats.org/drawingml/2006/main">
              <a:ext uri="{FF2B5EF4-FFF2-40B4-BE49-F238E27FC236}">
                <a16:creationId xmlns:a16="http://schemas.microsoft.com/office/drawing/2014/main" id="{6E646B00-C2E6-4C42-B975-64332F4DAA9F}"/>
              </a:ext>
            </a:extLst>
          </p:cNvPr>
          <p:cNvSpPr>
            <a:spLocks xmlns:a="http://schemas.openxmlformats.org/drawingml/2006/main" noGrp="1"/>
          </p:cNvSpPr>
          <p:nvPr/>
        </p:nvSpPr>
        <p:spPr>
          <a:xfrm xmlns:a="http://schemas.openxmlformats.org/drawingml/2006/main">
            <a:off x="7048500" y="50482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【左脳理解】300件の新規事例で+16.0ppの限定的優位を確認</a:t>
            </a:r>
          </a:p>
        </p:txBody>
      </p:sp>
      <p:sp>
        <p:nvSpPr>
          <p:cNvPr id="28" name="">
            <a:extLst xmlns:a="http://schemas.openxmlformats.org/drawingml/2006/main">
              <a:ext uri="{FF2B5EF4-FFF2-40B4-BE49-F238E27FC236}">
                <a16:creationId xmlns:a16="http://schemas.microsoft.com/office/drawing/2014/main" id="{0EBD361D-1E07-4490-86A8-3AF2B69FD5D0}"/>
              </a:ext>
            </a:extLst>
          </p:cNvPr>
          <p:cNvSpPr>
            <a:spLocks xmlns:a="http://schemas.openxmlformats.org/drawingml/2006/main" noGrp="1"/>
          </p:cNvSpPr>
          <p:nvPr/>
        </p:nvSpPr>
        <p:spPr>
          <a:xfrm xmlns:a="http://schemas.openxmlformats.org/drawingml/2006/main">
            <a:off x="571500" y="6038850"/>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425" b="1" i="0">
                <a:solidFill>
                  <a:srgbClr val="35A56F"/>
                </a:solidFill>
                <a:latin typeface="Noto Sans CJK TC"/>
                <a:ea typeface="Noto Sans CJK TC"/>
                <a:cs typeface="Noto Sans CJK TC"/>
              </a:defRPr>
            </a:pPr>
            <a:r>
              <a:rPr sz="1425" b="1" i="0">
                <a:solidFill>
                  <a:srgbClr val="35A56F"/>
                </a:solidFill>
                <a:latin typeface="Noto Sans CJK TC"/>
                <a:ea typeface="Noto Sans CJK TC"/>
                <a:cs typeface="Noto Sans CJK TC"/>
              </a:rPr>
              <a:t>PUBを選ぶ理由：公開・再現可能・正解付きで、字面と本当の指示対象を分けられるか直接測れる。</a:t>
            </a:r>
          </a:p>
        </p:txBody>
      </p:sp>
    </p:spTree>
    <p:extLst>
      <p:ext uri="{BB962C8B-B14F-4D97-AF65-F5344CB8AC3E}">
        <p14:creationId xmlns:p14="http://schemas.microsoft.com/office/powerpoint/2010/main" val="531152709"/>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4C39FFE8-FE7C-4DF3-9B9D-4DE5AD0FAF58}"/>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PUBが左脳の問いに適する理由</a:t>
            </a:r>
          </a:p>
        </p:txBody>
      </p:sp>
      <p:sp>
        <p:nvSpPr>
          <p:cNvPr id="2" name="">
            <a:extLst xmlns:a="http://schemas.openxmlformats.org/drawingml/2006/main">
              <a:ext uri="{FF2B5EF4-FFF2-40B4-BE49-F238E27FC236}">
                <a16:creationId xmlns:a16="http://schemas.microsoft.com/office/drawing/2014/main" id="{85838CD4-7B1E-4601-8D6B-D605B623E4C1}"/>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PUBは「左脳が正しく理解したか」を採点可能な問いに変える</a:t>
            </a:r>
          </a:p>
        </p:txBody>
      </p:sp>
      <p:sp>
        <p:nvSpPr>
          <p:cNvPr id="3" name="">
            <a:extLst xmlns:a="http://schemas.openxmlformats.org/drawingml/2006/main">
              <a:ext uri="{FF2B5EF4-FFF2-40B4-BE49-F238E27FC236}">
                <a16:creationId xmlns:a16="http://schemas.microsoft.com/office/drawing/2014/main" id="{4F23FB74-82C3-476D-A547-D5EBA5E3A9FA}"/>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7B5A6963-C89E-48C0-8580-963F6F9D55C7}"/>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12</a:t>
            </a:r>
          </a:p>
        </p:txBody>
      </p:sp>
      <p:sp>
        <p:nvSpPr>
          <p:cNvPr id="5" name="">
            <a:extLst xmlns:a="http://schemas.openxmlformats.org/drawingml/2006/main">
              <a:ext uri="{FF2B5EF4-FFF2-40B4-BE49-F238E27FC236}">
                <a16:creationId xmlns:a16="http://schemas.microsoft.com/office/drawing/2014/main" id="{2DECCD7A-05D7-4D18-B28E-A6E6DD75FD1D}"/>
              </a:ext>
            </a:extLst>
          </p:cNvPr>
          <p:cNvSpPr>
            <a:spLocks xmlns:a="http://schemas.openxmlformats.org/drawingml/2006/main" noGrp="1"/>
          </p:cNvSpPr>
          <p:nvPr/>
        </p:nvSpPr>
        <p:spPr>
          <a:xfrm xmlns:a="http://schemas.openxmlformats.org/drawingml/2006/main">
            <a:off x="514350" y="1371600"/>
            <a:ext cx="1116330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E2EA"/>
            </a:solidFill>
            <a:prstDash val="solid"/>
          </a:ln>
        </p:spPr>
      </p:sp>
      <p:sp>
        <p:nvSpPr>
          <p:cNvPr id="6" name="">
            <a:extLst xmlns:a="http://schemas.openxmlformats.org/drawingml/2006/main">
              <a:ext uri="{FF2B5EF4-FFF2-40B4-BE49-F238E27FC236}">
                <a16:creationId xmlns:a16="http://schemas.microsoft.com/office/drawing/2014/main" id="{CCFF6988-A690-41E7-9B94-28A99070DB13}"/>
              </a:ext>
            </a:extLst>
          </p:cNvPr>
          <p:cNvSpPr>
            <a:spLocks xmlns:a="http://schemas.openxmlformats.org/drawingml/2006/main" noGrp="1"/>
          </p:cNvSpPr>
          <p:nvPr/>
        </p:nvSpPr>
        <p:spPr>
          <a:xfrm xmlns:a="http://schemas.openxmlformats.org/drawingml/2006/main">
            <a:off x="742950" y="1562100"/>
            <a:ext cx="1070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PUB：公開語用ベンチマーク｜今回はT13指示語問題のみ｜左脳理解だけを測り、記憶・人格・右脳日本語は測らない</a:t>
            </a:r>
          </a:p>
        </p:txBody>
      </p:sp>
      <p:sp>
        <p:nvSpPr>
          <p:cNvPr id="7" name="">
            <a:extLst xmlns:a="http://schemas.openxmlformats.org/drawingml/2006/main">
              <a:ext uri="{FF2B5EF4-FFF2-40B4-BE49-F238E27FC236}">
                <a16:creationId xmlns:a16="http://schemas.microsoft.com/office/drawing/2014/main" id="{57ED330B-AAB9-41FE-B7B5-59D3879CE692}"/>
              </a:ext>
            </a:extLst>
          </p:cNvPr>
          <p:cNvSpPr>
            <a:spLocks xmlns:a="http://schemas.openxmlformats.org/drawingml/2006/main" noGrp="1"/>
          </p:cNvSpPr>
          <p:nvPr/>
        </p:nvSpPr>
        <p:spPr>
          <a:xfrm xmlns:a="http://schemas.openxmlformats.org/drawingml/2006/main">
            <a:off x="742950" y="2009775"/>
            <a:ext cx="1070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8"/>
          </a:bodyPr>
          <a:lstStyle xmlns:a="http://schemas.openxmlformats.org/drawingml/2006/main"/>
          <a:p xmlns:a="http://schemas.openxmlformats.org/drawingml/2006/main">
            <a:pPr algn="ctr">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問題（日本語訳）：ブロッコリーをクローゼットに入れましたか？ → パイナップルをそこに入れました。 → ブロッコリーは中にありますか？</a:t>
            </a:r>
          </a:p>
        </p:txBody>
      </p:sp>
      <p:sp>
        <p:nvSpPr>
          <p:cNvPr id="8" name="">
            <a:extLst xmlns:a="http://schemas.openxmlformats.org/drawingml/2006/main">
              <a:ext uri="{FF2B5EF4-FFF2-40B4-BE49-F238E27FC236}">
                <a16:creationId xmlns:a16="http://schemas.microsoft.com/office/drawing/2014/main" id="{5CABDF8B-A714-4AF8-BB09-46CC34CE219A}"/>
              </a:ext>
            </a:extLst>
          </p:cNvPr>
          <p:cNvSpPr>
            <a:spLocks xmlns:a="http://schemas.openxmlformats.org/drawingml/2006/main" noGrp="1"/>
          </p:cNvSpPr>
          <p:nvPr/>
        </p:nvSpPr>
        <p:spPr>
          <a:xfrm xmlns:a="http://schemas.openxmlformats.org/drawingml/2006/main">
            <a:off x="5638800" y="2971800"/>
            <a:ext cx="400050" cy="19050"/>
          </a:xfrm>
          <a:prstGeom xmlns:a="http://schemas.openxmlformats.org/drawingml/2006/main" prst="rect">
            <a:avLst/>
          </a:prstGeom>
          <a:solidFill xmlns:a="http://schemas.openxmlformats.org/drawingml/2006/main">
            <a:srgbClr val="8D97A6"/>
          </a:solidFill>
          <a:ln xmlns:a="http://schemas.openxmlformats.org/drawingml/2006/main" w="0">
            <a:solidFill>
              <a:srgbClr val="8D97A6"/>
            </a:solidFill>
            <a:prstDash val="solid"/>
          </a:ln>
        </p:spPr>
      </p:sp>
      <p:sp>
        <p:nvSpPr>
          <p:cNvPr id="9" name="">
            <a:extLst xmlns:a="http://schemas.openxmlformats.org/drawingml/2006/main">
              <a:ext uri="{FF2B5EF4-FFF2-40B4-BE49-F238E27FC236}">
                <a16:creationId xmlns:a16="http://schemas.microsoft.com/office/drawing/2014/main" id="{96FBD68D-898A-4EA8-B40C-B590782DBD5B}"/>
              </a:ext>
            </a:extLst>
          </p:cNvPr>
          <p:cNvSpPr>
            <a:spLocks xmlns:a="http://schemas.openxmlformats.org/drawingml/2006/main" noGrp="1"/>
          </p:cNvSpPr>
          <p:nvPr/>
        </p:nvSpPr>
        <p:spPr>
          <a:xfrm xmlns:a="http://schemas.openxmlformats.org/drawingml/2006/main">
            <a:off x="5943600" y="28194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8D97A6"/>
                </a:solidFill>
                <a:latin typeface="Noto Sans CJK TC"/>
                <a:ea typeface="Noto Sans CJK TC"/>
                <a:cs typeface="Noto Sans CJK TC"/>
              </a:defRPr>
            </a:pPr>
            <a:r>
              <a:rPr sz="1875" b="1" i="0">
                <a:solidFill>
                  <a:srgbClr val="8D97A6"/>
                </a:solidFill>
                <a:latin typeface="Noto Sans CJK TC"/>
                <a:ea typeface="Noto Sans CJK TC"/>
                <a:cs typeface="Noto Sans CJK TC"/>
              </a:rPr>
              <a:t>→</a:t>
            </a:r>
          </a:p>
        </p:txBody>
      </p:sp>
      <p:sp>
        <p:nvSpPr>
          <p:cNvPr id="10" name="">
            <a:extLst xmlns:a="http://schemas.openxmlformats.org/drawingml/2006/main">
              <a:ext uri="{FF2B5EF4-FFF2-40B4-BE49-F238E27FC236}">
                <a16:creationId xmlns:a16="http://schemas.microsoft.com/office/drawing/2014/main" id="{181A0C4B-C7DF-4736-B643-A12D6ED35033}"/>
              </a:ext>
            </a:extLst>
          </p:cNvPr>
          <p:cNvSpPr>
            <a:spLocks xmlns:a="http://schemas.openxmlformats.org/drawingml/2006/main" noGrp="1"/>
          </p:cNvSpPr>
          <p:nvPr/>
        </p:nvSpPr>
        <p:spPr>
          <a:xfrm xmlns:a="http://schemas.openxmlformats.org/drawingml/2006/main">
            <a:off x="666750" y="2781300"/>
            <a:ext cx="4762500" cy="4572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9525">
            <a:solidFill>
              <a:srgbClr val="DCE2EA"/>
            </a:solidFill>
            <a:prstDash val="solid"/>
          </a:ln>
        </p:spPr>
      </p:sp>
      <p:sp>
        <p:nvSpPr>
          <p:cNvPr id="11" name="">
            <a:extLst xmlns:a="http://schemas.openxmlformats.org/drawingml/2006/main">
              <a:ext uri="{FF2B5EF4-FFF2-40B4-BE49-F238E27FC236}">
                <a16:creationId xmlns:a16="http://schemas.microsoft.com/office/drawing/2014/main" id="{8EAE6661-A9BD-4E80-AAB0-8B0E13D0F44B}"/>
              </a:ext>
            </a:extLst>
          </p:cNvPr>
          <p:cNvSpPr>
            <a:spLocks xmlns:a="http://schemas.openxmlformats.org/drawingml/2006/main" noGrp="1"/>
          </p:cNvSpPr>
          <p:nvPr/>
        </p:nvSpPr>
        <p:spPr>
          <a:xfrm xmlns:a="http://schemas.openxmlformats.org/drawingml/2006/main">
            <a:off x="857250"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字面内容</a:t>
            </a:r>
          </a:p>
        </p:txBody>
      </p:sp>
      <p:sp>
        <p:nvSpPr>
          <p:cNvPr id="12" name="">
            <a:extLst xmlns:a="http://schemas.openxmlformats.org/drawingml/2006/main">
              <a:ext uri="{FF2B5EF4-FFF2-40B4-BE49-F238E27FC236}">
                <a16:creationId xmlns:a16="http://schemas.microsoft.com/office/drawing/2014/main" id="{208904A7-ED11-4EEA-9439-673FF3D1468A}"/>
              </a:ext>
            </a:extLst>
          </p:cNvPr>
          <p:cNvSpPr>
            <a:spLocks xmlns:a="http://schemas.openxmlformats.org/drawingml/2006/main" noGrp="1"/>
          </p:cNvSpPr>
          <p:nvPr/>
        </p:nvSpPr>
        <p:spPr>
          <a:xfrm xmlns:a="http://schemas.openxmlformats.org/drawingml/2006/main">
            <a:off x="2476500" y="28765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657"/>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話者が明言したのは、入れた物がpineapplesであること。</a:t>
            </a:r>
          </a:p>
        </p:txBody>
      </p:sp>
      <p:sp>
        <p:nvSpPr>
          <p:cNvPr id="13" name="">
            <a:extLst xmlns:a="http://schemas.openxmlformats.org/drawingml/2006/main">
              <a:ext uri="{FF2B5EF4-FFF2-40B4-BE49-F238E27FC236}">
                <a16:creationId xmlns:a16="http://schemas.microsoft.com/office/drawing/2014/main" id="{DD9367B1-85EF-4E0D-8DF0-098A35CD9332}"/>
              </a:ext>
            </a:extLst>
          </p:cNvPr>
          <p:cNvSpPr>
            <a:spLocks xmlns:a="http://schemas.openxmlformats.org/drawingml/2006/main" noGrp="1"/>
          </p:cNvSpPr>
          <p:nvPr/>
        </p:nvSpPr>
        <p:spPr>
          <a:xfrm xmlns:a="http://schemas.openxmlformats.org/drawingml/2006/main">
            <a:off x="6381750" y="2781300"/>
            <a:ext cx="4762500" cy="457200"/>
          </a:xfrm>
          <a:prstGeom xmlns:a="http://schemas.openxmlformats.org/drawingml/2006/main" prst="roundRect">
            <a:avLst>
              <a:gd name="adj" fmla="val 16667"/>
            </a:avLst>
          </a:prstGeom>
          <a:solidFill xmlns:a="http://schemas.openxmlformats.org/drawingml/2006/main">
            <a:srgbClr val="F7F8FA"/>
          </a:solidFill>
          <a:ln xmlns:a="http://schemas.openxmlformats.org/drawingml/2006/main" w="9525">
            <a:solidFill>
              <a:srgbClr val="DCE2EA"/>
            </a:solidFill>
            <a:prstDash val="solid"/>
          </a:ln>
        </p:spPr>
      </p:sp>
      <p:sp>
        <p:nvSpPr>
          <p:cNvPr id="14" name="">
            <a:extLst xmlns:a="http://schemas.openxmlformats.org/drawingml/2006/main">
              <a:ext uri="{FF2B5EF4-FFF2-40B4-BE49-F238E27FC236}">
                <a16:creationId xmlns:a16="http://schemas.microsoft.com/office/drawing/2014/main" id="{AD483A42-AE57-468D-906B-D906BD0840FE}"/>
              </a:ext>
            </a:extLst>
          </p:cNvPr>
          <p:cNvSpPr>
            <a:spLocks xmlns:a="http://schemas.openxmlformats.org/drawingml/2006/main" noGrp="1"/>
          </p:cNvSpPr>
          <p:nvPr/>
        </p:nvSpPr>
        <p:spPr>
          <a:xfrm xmlns:a="http://schemas.openxmlformats.org/drawingml/2006/main">
            <a:off x="6572250" y="2886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78"/>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システムの処理</a:t>
            </a:r>
          </a:p>
        </p:txBody>
      </p:sp>
      <p:sp>
        <p:nvSpPr>
          <p:cNvPr id="15" name="">
            <a:extLst xmlns:a="http://schemas.openxmlformats.org/drawingml/2006/main">
              <a:ext uri="{FF2B5EF4-FFF2-40B4-BE49-F238E27FC236}">
                <a16:creationId xmlns:a16="http://schemas.microsoft.com/office/drawing/2014/main" id="{63B5E013-ABFB-409B-A992-F944E6BCF187}"/>
              </a:ext>
            </a:extLst>
          </p:cNvPr>
          <p:cNvSpPr>
            <a:spLocks xmlns:a="http://schemas.openxmlformats.org/drawingml/2006/main" noGrp="1"/>
          </p:cNvSpPr>
          <p:nvPr/>
        </p:nvSpPr>
        <p:spPr>
          <a:xfrm xmlns:a="http://schemas.openxmlformats.org/drawingml/2006/main">
            <a:off x="7600950" y="28765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字面の事実を保ち、broccoliを勝手に補わない。</a:t>
            </a:r>
          </a:p>
        </p:txBody>
      </p:sp>
      <p:sp>
        <p:nvSpPr>
          <p:cNvPr id="16" name="">
            <a:extLst xmlns:a="http://schemas.openxmlformats.org/drawingml/2006/main">
              <a:ext uri="{FF2B5EF4-FFF2-40B4-BE49-F238E27FC236}">
                <a16:creationId xmlns:a16="http://schemas.microsoft.com/office/drawing/2014/main" id="{259AE87F-4ECD-4430-856F-8987EDA0E7A7}"/>
              </a:ext>
            </a:extLst>
          </p:cNvPr>
          <p:cNvSpPr>
            <a:spLocks xmlns:a="http://schemas.openxmlformats.org/drawingml/2006/main" noGrp="1"/>
          </p:cNvSpPr>
          <p:nvPr/>
        </p:nvSpPr>
        <p:spPr>
          <a:xfrm xmlns:a="http://schemas.openxmlformats.org/drawingml/2006/main">
            <a:off x="5638800" y="3552825"/>
            <a:ext cx="400050" cy="19050"/>
          </a:xfrm>
          <a:prstGeom xmlns:a="http://schemas.openxmlformats.org/drawingml/2006/main" prst="rect">
            <a:avLst/>
          </a:prstGeom>
          <a:solidFill xmlns:a="http://schemas.openxmlformats.org/drawingml/2006/main">
            <a:srgbClr val="8D97A6"/>
          </a:solidFill>
          <a:ln xmlns:a="http://schemas.openxmlformats.org/drawingml/2006/main" w="0">
            <a:solidFill>
              <a:srgbClr val="8D97A6"/>
            </a:solidFill>
            <a:prstDash val="solid"/>
          </a:ln>
        </p:spPr>
      </p:sp>
      <p:sp>
        <p:nvSpPr>
          <p:cNvPr id="17" name="">
            <a:extLst xmlns:a="http://schemas.openxmlformats.org/drawingml/2006/main">
              <a:ext uri="{FF2B5EF4-FFF2-40B4-BE49-F238E27FC236}">
                <a16:creationId xmlns:a16="http://schemas.microsoft.com/office/drawing/2014/main" id="{B0A29B68-7846-474B-9AF1-A910D32E6D6E}"/>
              </a:ext>
            </a:extLst>
          </p:cNvPr>
          <p:cNvSpPr>
            <a:spLocks xmlns:a="http://schemas.openxmlformats.org/drawingml/2006/main" noGrp="1"/>
          </p:cNvSpPr>
          <p:nvPr/>
        </p:nvSpPr>
        <p:spPr>
          <a:xfrm xmlns:a="http://schemas.openxmlformats.org/drawingml/2006/main">
            <a:off x="5943600" y="34004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8D97A6"/>
                </a:solidFill>
                <a:latin typeface="Noto Sans CJK TC"/>
                <a:ea typeface="Noto Sans CJK TC"/>
                <a:cs typeface="Noto Sans CJK TC"/>
              </a:defRPr>
            </a:pPr>
            <a:r>
              <a:rPr sz="1875" b="1" i="0">
                <a:solidFill>
                  <a:srgbClr val="8D97A6"/>
                </a:solidFill>
                <a:latin typeface="Noto Sans CJK TC"/>
                <a:ea typeface="Noto Sans CJK TC"/>
                <a:cs typeface="Noto Sans CJK TC"/>
              </a:rPr>
              <a:t>→</a:t>
            </a:r>
          </a:p>
        </p:txBody>
      </p:sp>
      <p:sp>
        <p:nvSpPr>
          <p:cNvPr id="18" name="">
            <a:extLst xmlns:a="http://schemas.openxmlformats.org/drawingml/2006/main">
              <a:ext uri="{FF2B5EF4-FFF2-40B4-BE49-F238E27FC236}">
                <a16:creationId xmlns:a16="http://schemas.microsoft.com/office/drawing/2014/main" id="{BDF0B320-31AC-4592-8A63-357D4C8483AD}"/>
              </a:ext>
            </a:extLst>
          </p:cNvPr>
          <p:cNvSpPr>
            <a:spLocks xmlns:a="http://schemas.openxmlformats.org/drawingml/2006/main" noGrp="1"/>
          </p:cNvSpPr>
          <p:nvPr/>
        </p:nvSpPr>
        <p:spPr>
          <a:xfrm xmlns:a="http://schemas.openxmlformats.org/drawingml/2006/main">
            <a:off x="666750" y="3362325"/>
            <a:ext cx="4762500" cy="457200"/>
          </a:xfrm>
          <a:prstGeom xmlns:a="http://schemas.openxmlformats.org/drawingml/2006/main" prst="roundRect">
            <a:avLst>
              <a:gd name="adj" fmla="val 16667"/>
            </a:avLst>
          </a:prstGeom>
          <a:solidFill xmlns:a="http://schemas.openxmlformats.org/drawingml/2006/main">
            <a:srgbClr val="E8F7EF"/>
          </a:solidFill>
          <a:ln xmlns:a="http://schemas.openxmlformats.org/drawingml/2006/main" w="9525">
            <a:solidFill>
              <a:srgbClr val="DCE2EA"/>
            </a:solidFill>
            <a:prstDash val="solid"/>
          </a:ln>
        </p:spPr>
      </p:sp>
      <p:sp>
        <p:nvSpPr>
          <p:cNvPr id="19" name="">
            <a:extLst xmlns:a="http://schemas.openxmlformats.org/drawingml/2006/main">
              <a:ext uri="{FF2B5EF4-FFF2-40B4-BE49-F238E27FC236}">
                <a16:creationId xmlns:a16="http://schemas.microsoft.com/office/drawing/2014/main" id="{489BA5CF-96FB-4E54-A95C-AA51D28E7985}"/>
              </a:ext>
            </a:extLst>
          </p:cNvPr>
          <p:cNvSpPr>
            <a:spLocks xmlns:a="http://schemas.openxmlformats.org/drawingml/2006/main" noGrp="1"/>
          </p:cNvSpPr>
          <p:nvPr/>
        </p:nvSpPr>
        <p:spPr>
          <a:xfrm xmlns:a="http://schemas.openxmlformats.org/drawingml/2006/main">
            <a:off x="857250" y="3467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5A56F"/>
                </a:solidFill>
                <a:latin typeface="Noto Sans CJK TC"/>
                <a:ea typeface="Noto Sans CJK TC"/>
                <a:cs typeface="Noto Sans CJK TC"/>
              </a:defRPr>
            </a:pPr>
            <a:r>
              <a:rPr sz="1275" b="1" i="0">
                <a:solidFill>
                  <a:srgbClr val="35A56F"/>
                </a:solidFill>
                <a:latin typeface="Noto Sans CJK TC"/>
                <a:ea typeface="Noto Sans CJK TC"/>
                <a:cs typeface="Noto Sans CJK TC"/>
              </a:rPr>
              <a:t>語用上の対象</a:t>
            </a:r>
          </a:p>
        </p:txBody>
      </p:sp>
      <p:sp>
        <p:nvSpPr>
          <p:cNvPr id="20" name="">
            <a:extLst xmlns:a="http://schemas.openxmlformats.org/drawingml/2006/main">
              <a:ext uri="{FF2B5EF4-FFF2-40B4-BE49-F238E27FC236}">
                <a16:creationId xmlns:a16="http://schemas.microsoft.com/office/drawing/2014/main" id="{789E8C8C-3E0F-4D15-BBA5-32EDDE3A733A}"/>
              </a:ext>
            </a:extLst>
          </p:cNvPr>
          <p:cNvSpPr>
            <a:spLocks xmlns:a="http://schemas.openxmlformats.org/drawingml/2006/main" noGrp="1"/>
          </p:cNvSpPr>
          <p:nvPr/>
        </p:nvSpPr>
        <p:spPr>
          <a:xfrm xmlns:a="http://schemas.openxmlformats.org/drawingml/2006/main">
            <a:off x="2476500" y="3457575"/>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83"/>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最後の質問で本当に判断する対象はbroccoli。</a:t>
            </a:r>
          </a:p>
        </p:txBody>
      </p:sp>
      <p:sp>
        <p:nvSpPr>
          <p:cNvPr id="21" name="">
            <a:extLst xmlns:a="http://schemas.openxmlformats.org/drawingml/2006/main">
              <a:ext uri="{FF2B5EF4-FFF2-40B4-BE49-F238E27FC236}">
                <a16:creationId xmlns:a16="http://schemas.microsoft.com/office/drawing/2014/main" id="{4D0DFE65-E60E-4B0B-8292-687F9762E23E}"/>
              </a:ext>
            </a:extLst>
          </p:cNvPr>
          <p:cNvSpPr>
            <a:spLocks xmlns:a="http://schemas.openxmlformats.org/drawingml/2006/main" noGrp="1"/>
          </p:cNvSpPr>
          <p:nvPr/>
        </p:nvSpPr>
        <p:spPr>
          <a:xfrm xmlns:a="http://schemas.openxmlformats.org/drawingml/2006/main">
            <a:off x="6381750" y="3362325"/>
            <a:ext cx="4762500" cy="457200"/>
          </a:xfrm>
          <a:prstGeom xmlns:a="http://schemas.openxmlformats.org/drawingml/2006/main" prst="roundRect">
            <a:avLst>
              <a:gd name="adj" fmla="val 16667"/>
            </a:avLst>
          </a:prstGeom>
          <a:solidFill xmlns:a="http://schemas.openxmlformats.org/drawingml/2006/main">
            <a:srgbClr val="F7F8FA"/>
          </a:solidFill>
          <a:ln xmlns:a="http://schemas.openxmlformats.org/drawingml/2006/main" w="9525">
            <a:solidFill>
              <a:srgbClr val="DCE2EA"/>
            </a:solidFill>
            <a:prstDash val="solid"/>
          </a:ln>
        </p:spPr>
      </p:sp>
      <p:sp>
        <p:nvSpPr>
          <p:cNvPr id="22" name="">
            <a:extLst xmlns:a="http://schemas.openxmlformats.org/drawingml/2006/main">
              <a:ext uri="{FF2B5EF4-FFF2-40B4-BE49-F238E27FC236}">
                <a16:creationId xmlns:a16="http://schemas.microsoft.com/office/drawing/2014/main" id="{3349D131-B87F-4E96-951F-5566F0AF8694}"/>
              </a:ext>
            </a:extLst>
          </p:cNvPr>
          <p:cNvSpPr>
            <a:spLocks xmlns:a="http://schemas.openxmlformats.org/drawingml/2006/main" noGrp="1"/>
          </p:cNvSpPr>
          <p:nvPr/>
        </p:nvSpPr>
        <p:spPr>
          <a:xfrm xmlns:a="http://schemas.openxmlformats.org/drawingml/2006/main">
            <a:off x="6572250" y="3467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78"/>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システムの処理</a:t>
            </a:r>
          </a:p>
        </p:txBody>
      </p:sp>
      <p:sp>
        <p:nvSpPr>
          <p:cNvPr id="23" name="">
            <a:extLst xmlns:a="http://schemas.openxmlformats.org/drawingml/2006/main">
              <a:ext uri="{FF2B5EF4-FFF2-40B4-BE49-F238E27FC236}">
                <a16:creationId xmlns:a16="http://schemas.microsoft.com/office/drawing/2014/main" id="{B09B0768-6A9C-4BFD-B526-A1346CBFFC8F}"/>
              </a:ext>
            </a:extLst>
          </p:cNvPr>
          <p:cNvSpPr>
            <a:spLocks xmlns:a="http://schemas.openxmlformats.org/drawingml/2006/main" noGrp="1"/>
          </p:cNvSpPr>
          <p:nvPr/>
        </p:nvSpPr>
        <p:spPr>
          <a:xfrm xmlns:a="http://schemas.openxmlformats.org/drawingml/2006/main">
            <a:off x="7600950" y="34575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457"/>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回答対象をbroccoliに固定し、pineapplesに引かれない。</a:t>
            </a:r>
          </a:p>
        </p:txBody>
      </p:sp>
      <p:sp>
        <p:nvSpPr>
          <p:cNvPr id="24" name="">
            <a:extLst xmlns:a="http://schemas.openxmlformats.org/drawingml/2006/main">
              <a:ext uri="{FF2B5EF4-FFF2-40B4-BE49-F238E27FC236}">
                <a16:creationId xmlns:a16="http://schemas.microsoft.com/office/drawing/2014/main" id="{5862C9E1-E616-4987-8807-C9D94DC97B80}"/>
              </a:ext>
            </a:extLst>
          </p:cNvPr>
          <p:cNvSpPr>
            <a:spLocks xmlns:a="http://schemas.openxmlformats.org/drawingml/2006/main" noGrp="1"/>
          </p:cNvSpPr>
          <p:nvPr/>
        </p:nvSpPr>
        <p:spPr>
          <a:xfrm xmlns:a="http://schemas.openxmlformats.org/drawingml/2006/main">
            <a:off x="5638800" y="4133850"/>
            <a:ext cx="400050" cy="19050"/>
          </a:xfrm>
          <a:prstGeom xmlns:a="http://schemas.openxmlformats.org/drawingml/2006/main" prst="rect">
            <a:avLst/>
          </a:prstGeom>
          <a:solidFill xmlns:a="http://schemas.openxmlformats.org/drawingml/2006/main">
            <a:srgbClr val="8D97A6"/>
          </a:solidFill>
          <a:ln xmlns:a="http://schemas.openxmlformats.org/drawingml/2006/main" w="0">
            <a:solidFill>
              <a:srgbClr val="8D97A6"/>
            </a:solidFill>
            <a:prstDash val="solid"/>
          </a:ln>
        </p:spPr>
      </p:sp>
      <p:sp>
        <p:nvSpPr>
          <p:cNvPr id="25" name="">
            <a:extLst xmlns:a="http://schemas.openxmlformats.org/drawingml/2006/main">
              <a:ext uri="{FF2B5EF4-FFF2-40B4-BE49-F238E27FC236}">
                <a16:creationId xmlns:a16="http://schemas.microsoft.com/office/drawing/2014/main" id="{85B1003C-A617-4D1F-A6DC-FCC6D03101CB}"/>
              </a:ext>
            </a:extLst>
          </p:cNvPr>
          <p:cNvSpPr>
            <a:spLocks xmlns:a="http://schemas.openxmlformats.org/drawingml/2006/main" noGrp="1"/>
          </p:cNvSpPr>
          <p:nvPr/>
        </p:nvSpPr>
        <p:spPr>
          <a:xfrm xmlns:a="http://schemas.openxmlformats.org/drawingml/2006/main">
            <a:off x="5943600" y="39814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8D97A6"/>
                </a:solidFill>
                <a:latin typeface="Noto Sans CJK TC"/>
                <a:ea typeface="Noto Sans CJK TC"/>
                <a:cs typeface="Noto Sans CJK TC"/>
              </a:defRPr>
            </a:pPr>
            <a:r>
              <a:rPr sz="1875" b="1" i="0">
                <a:solidFill>
                  <a:srgbClr val="8D97A6"/>
                </a:solidFill>
                <a:latin typeface="Noto Sans CJK TC"/>
                <a:ea typeface="Noto Sans CJK TC"/>
                <a:cs typeface="Noto Sans CJK TC"/>
              </a:rPr>
              <a:t>→</a:t>
            </a:r>
          </a:p>
        </p:txBody>
      </p:sp>
      <p:sp>
        <p:nvSpPr>
          <p:cNvPr id="26" name="">
            <a:extLst xmlns:a="http://schemas.openxmlformats.org/drawingml/2006/main">
              <a:ext uri="{FF2B5EF4-FFF2-40B4-BE49-F238E27FC236}">
                <a16:creationId xmlns:a16="http://schemas.microsoft.com/office/drawing/2014/main" id="{E763AD77-FD86-4346-B6B8-DB9BE94203E7}"/>
              </a:ext>
            </a:extLst>
          </p:cNvPr>
          <p:cNvSpPr>
            <a:spLocks xmlns:a="http://schemas.openxmlformats.org/drawingml/2006/main" noGrp="1"/>
          </p:cNvSpPr>
          <p:nvPr/>
        </p:nvSpPr>
        <p:spPr>
          <a:xfrm xmlns:a="http://schemas.openxmlformats.org/drawingml/2006/main">
            <a:off x="666750" y="3943350"/>
            <a:ext cx="4762500" cy="457200"/>
          </a:xfrm>
          <a:prstGeom xmlns:a="http://schemas.openxmlformats.org/drawingml/2006/main" prst="roundRect">
            <a:avLst>
              <a:gd name="adj" fmla="val 16667"/>
            </a:avLst>
          </a:prstGeom>
          <a:solidFill xmlns:a="http://schemas.openxmlformats.org/drawingml/2006/main">
            <a:srgbClr val="FFF5DD"/>
          </a:solidFill>
          <a:ln xmlns:a="http://schemas.openxmlformats.org/drawingml/2006/main" w="9525">
            <a:solidFill>
              <a:srgbClr val="DCE2EA"/>
            </a:solidFill>
            <a:prstDash val="solid"/>
          </a:ln>
        </p:spPr>
      </p:sp>
      <p:sp>
        <p:nvSpPr>
          <p:cNvPr id="27" name="">
            <a:extLst xmlns:a="http://schemas.openxmlformats.org/drawingml/2006/main">
              <a:ext uri="{FF2B5EF4-FFF2-40B4-BE49-F238E27FC236}">
                <a16:creationId xmlns:a16="http://schemas.microsoft.com/office/drawing/2014/main" id="{B3387BD9-2E78-4504-85C0-0EEF35E6421F}"/>
              </a:ext>
            </a:extLst>
          </p:cNvPr>
          <p:cNvSpPr>
            <a:spLocks xmlns:a="http://schemas.openxmlformats.org/drawingml/2006/main" noGrp="1"/>
          </p:cNvSpPr>
          <p:nvPr/>
        </p:nvSpPr>
        <p:spPr>
          <a:xfrm xmlns:a="http://schemas.openxmlformats.org/drawingml/2006/main">
            <a:off x="857250" y="40481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E5A72D"/>
                </a:solidFill>
                <a:latin typeface="Noto Sans CJK TC"/>
                <a:ea typeface="Noto Sans CJK TC"/>
                <a:cs typeface="Noto Sans CJK TC"/>
              </a:defRPr>
            </a:pPr>
            <a:r>
              <a:rPr sz="1275" b="1" i="0">
                <a:solidFill>
                  <a:srgbClr val="E5A72D"/>
                </a:solidFill>
                <a:latin typeface="Noto Sans CJK TC"/>
                <a:ea typeface="Noto Sans CJK TC"/>
                <a:cs typeface="Noto Sans CJK TC"/>
              </a:rPr>
              <a:t>文脈証拠</a:t>
            </a:r>
          </a:p>
        </p:txBody>
      </p:sp>
      <p:sp>
        <p:nvSpPr>
          <p:cNvPr id="28" name="">
            <a:extLst xmlns:a="http://schemas.openxmlformats.org/drawingml/2006/main">
              <a:ext uri="{FF2B5EF4-FFF2-40B4-BE49-F238E27FC236}">
                <a16:creationId xmlns:a16="http://schemas.microsoft.com/office/drawing/2014/main" id="{550DAD2D-8121-4C56-808C-99E5E4F7F5B1}"/>
              </a:ext>
            </a:extLst>
          </p:cNvPr>
          <p:cNvSpPr>
            <a:spLocks xmlns:a="http://schemas.openxmlformats.org/drawingml/2006/main" noGrp="1"/>
          </p:cNvSpPr>
          <p:nvPr/>
        </p:nvSpPr>
        <p:spPr>
          <a:xfrm xmlns:a="http://schemas.openxmlformats.org/drawingml/2006/main">
            <a:off x="2476500" y="403860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911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thereはclosetを指すが、場所が同じでも物品は同一ではない。</a:t>
            </a:r>
          </a:p>
        </p:txBody>
      </p:sp>
      <p:sp>
        <p:nvSpPr>
          <p:cNvPr id="29" name="">
            <a:extLst xmlns:a="http://schemas.openxmlformats.org/drawingml/2006/main">
              <a:ext uri="{FF2B5EF4-FFF2-40B4-BE49-F238E27FC236}">
                <a16:creationId xmlns:a16="http://schemas.microsoft.com/office/drawing/2014/main" id="{53988D6C-844B-4395-88F9-8F7B13A07F01}"/>
              </a:ext>
            </a:extLst>
          </p:cNvPr>
          <p:cNvSpPr>
            <a:spLocks xmlns:a="http://schemas.openxmlformats.org/drawingml/2006/main" noGrp="1"/>
          </p:cNvSpPr>
          <p:nvPr/>
        </p:nvSpPr>
        <p:spPr>
          <a:xfrm xmlns:a="http://schemas.openxmlformats.org/drawingml/2006/main">
            <a:off x="6381750" y="3943350"/>
            <a:ext cx="4762500" cy="457200"/>
          </a:xfrm>
          <a:prstGeom xmlns:a="http://schemas.openxmlformats.org/drawingml/2006/main" prst="roundRect">
            <a:avLst>
              <a:gd name="adj" fmla="val 16667"/>
            </a:avLst>
          </a:prstGeom>
          <a:solidFill xmlns:a="http://schemas.openxmlformats.org/drawingml/2006/main">
            <a:srgbClr val="F7F8FA"/>
          </a:solidFill>
          <a:ln xmlns:a="http://schemas.openxmlformats.org/drawingml/2006/main" w="9525">
            <a:solidFill>
              <a:srgbClr val="DCE2EA"/>
            </a:solidFill>
            <a:prstDash val="solid"/>
          </a:ln>
        </p:spPr>
      </p:sp>
      <p:sp>
        <p:nvSpPr>
          <p:cNvPr id="30" name="">
            <a:extLst xmlns:a="http://schemas.openxmlformats.org/drawingml/2006/main">
              <a:ext uri="{FF2B5EF4-FFF2-40B4-BE49-F238E27FC236}">
                <a16:creationId xmlns:a16="http://schemas.microsoft.com/office/drawing/2014/main" id="{718733A0-94AA-48D4-A7E7-4DB198DD0EB6}"/>
              </a:ext>
            </a:extLst>
          </p:cNvPr>
          <p:cNvSpPr>
            <a:spLocks xmlns:a="http://schemas.openxmlformats.org/drawingml/2006/main" noGrp="1"/>
          </p:cNvSpPr>
          <p:nvPr/>
        </p:nvSpPr>
        <p:spPr>
          <a:xfrm xmlns:a="http://schemas.openxmlformats.org/drawingml/2006/main">
            <a:off x="6572250" y="40481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78"/>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システムの処理</a:t>
            </a:r>
          </a:p>
        </p:txBody>
      </p:sp>
      <p:sp>
        <p:nvSpPr>
          <p:cNvPr id="31" name="">
            <a:extLst xmlns:a="http://schemas.openxmlformats.org/drawingml/2006/main">
              <a:ext uri="{FF2B5EF4-FFF2-40B4-BE49-F238E27FC236}">
                <a16:creationId xmlns:a16="http://schemas.microsoft.com/office/drawing/2014/main" id="{10E63CE4-8B19-4C96-964F-103669D3D2BD}"/>
              </a:ext>
            </a:extLst>
          </p:cNvPr>
          <p:cNvSpPr>
            <a:spLocks xmlns:a="http://schemas.openxmlformats.org/drawingml/2006/main" noGrp="1"/>
          </p:cNvSpPr>
          <p:nvPr/>
        </p:nvSpPr>
        <p:spPr>
          <a:xfrm xmlns:a="http://schemas.openxmlformats.org/drawingml/2006/main">
            <a:off x="7600950" y="4038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there=closetと物体の同一性を分ける。</a:t>
            </a:r>
          </a:p>
        </p:txBody>
      </p:sp>
      <p:sp>
        <p:nvSpPr>
          <p:cNvPr id="32" name="">
            <a:extLst xmlns:a="http://schemas.openxmlformats.org/drawingml/2006/main">
              <a:ext uri="{FF2B5EF4-FFF2-40B4-BE49-F238E27FC236}">
                <a16:creationId xmlns:a16="http://schemas.microsoft.com/office/drawing/2014/main" id="{D6A37C04-7D2D-40C0-A7B8-C7E0CA020061}"/>
              </a:ext>
            </a:extLst>
          </p:cNvPr>
          <p:cNvSpPr>
            <a:spLocks xmlns:a="http://schemas.openxmlformats.org/drawingml/2006/main" noGrp="1"/>
          </p:cNvSpPr>
          <p:nvPr/>
        </p:nvSpPr>
        <p:spPr>
          <a:xfrm xmlns:a="http://schemas.openxmlformats.org/drawingml/2006/main">
            <a:off x="5638800" y="4714875"/>
            <a:ext cx="400050" cy="19050"/>
          </a:xfrm>
          <a:prstGeom xmlns:a="http://schemas.openxmlformats.org/drawingml/2006/main" prst="rect">
            <a:avLst/>
          </a:prstGeom>
          <a:solidFill xmlns:a="http://schemas.openxmlformats.org/drawingml/2006/main">
            <a:srgbClr val="8D97A6"/>
          </a:solidFill>
          <a:ln xmlns:a="http://schemas.openxmlformats.org/drawingml/2006/main" w="0">
            <a:solidFill>
              <a:srgbClr val="8D97A6"/>
            </a:solidFill>
            <a:prstDash val="solid"/>
          </a:ln>
        </p:spPr>
      </p:sp>
      <p:sp>
        <p:nvSpPr>
          <p:cNvPr id="33" name="">
            <a:extLst xmlns:a="http://schemas.openxmlformats.org/drawingml/2006/main">
              <a:ext uri="{FF2B5EF4-FFF2-40B4-BE49-F238E27FC236}">
                <a16:creationId xmlns:a16="http://schemas.microsoft.com/office/drawing/2014/main" id="{2779C29C-751C-4EED-BD1F-4A896E7E2C43}"/>
              </a:ext>
            </a:extLst>
          </p:cNvPr>
          <p:cNvSpPr>
            <a:spLocks xmlns:a="http://schemas.openxmlformats.org/drawingml/2006/main" noGrp="1"/>
          </p:cNvSpPr>
          <p:nvPr/>
        </p:nvSpPr>
        <p:spPr>
          <a:xfrm xmlns:a="http://schemas.openxmlformats.org/drawingml/2006/main">
            <a:off x="5943600" y="45624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8D97A6"/>
                </a:solidFill>
                <a:latin typeface="Noto Sans CJK TC"/>
                <a:ea typeface="Noto Sans CJK TC"/>
                <a:cs typeface="Noto Sans CJK TC"/>
              </a:defRPr>
            </a:pPr>
            <a:r>
              <a:rPr sz="1875" b="1" i="0">
                <a:solidFill>
                  <a:srgbClr val="8D97A6"/>
                </a:solidFill>
                <a:latin typeface="Noto Sans CJK TC"/>
                <a:ea typeface="Noto Sans CJK TC"/>
                <a:cs typeface="Noto Sans CJK TC"/>
              </a:rPr>
              <a:t>→</a:t>
            </a:r>
          </a:p>
        </p:txBody>
      </p:sp>
      <p:sp>
        <p:nvSpPr>
          <p:cNvPr id="34" name="">
            <a:extLst xmlns:a="http://schemas.openxmlformats.org/drawingml/2006/main">
              <a:ext uri="{FF2B5EF4-FFF2-40B4-BE49-F238E27FC236}">
                <a16:creationId xmlns:a16="http://schemas.microsoft.com/office/drawing/2014/main" id="{8E0D8C10-4715-4BE5-B95D-473CFCA2061B}"/>
              </a:ext>
            </a:extLst>
          </p:cNvPr>
          <p:cNvSpPr>
            <a:spLocks xmlns:a="http://schemas.openxmlformats.org/drawingml/2006/main" noGrp="1"/>
          </p:cNvSpPr>
          <p:nvPr/>
        </p:nvSpPr>
        <p:spPr>
          <a:xfrm xmlns:a="http://schemas.openxmlformats.org/drawingml/2006/main">
            <a:off x="666750" y="4524375"/>
            <a:ext cx="4762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2EA"/>
            </a:solidFill>
            <a:prstDash val="solid"/>
          </a:ln>
        </p:spPr>
      </p:sp>
      <p:sp>
        <p:nvSpPr>
          <p:cNvPr id="35" name="">
            <a:extLst xmlns:a="http://schemas.openxmlformats.org/drawingml/2006/main">
              <a:ext uri="{FF2B5EF4-FFF2-40B4-BE49-F238E27FC236}">
                <a16:creationId xmlns:a16="http://schemas.microsoft.com/office/drawing/2014/main" id="{24A3A92B-5DB1-42C8-94E4-2D9B73B2BE33}"/>
              </a:ext>
            </a:extLst>
          </p:cNvPr>
          <p:cNvSpPr>
            <a:spLocks xmlns:a="http://schemas.openxmlformats.org/drawingml/2006/main" noGrp="1"/>
          </p:cNvSpPr>
          <p:nvPr/>
        </p:nvSpPr>
        <p:spPr>
          <a:xfrm xmlns:a="http://schemas.openxmlformats.org/drawingml/2006/main">
            <a:off x="857250" y="46291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7C63D8"/>
                </a:solidFill>
                <a:latin typeface="Noto Sans CJK TC"/>
                <a:ea typeface="Noto Sans CJK TC"/>
                <a:cs typeface="Noto Sans CJK TC"/>
              </a:defRPr>
            </a:pPr>
            <a:r>
              <a:rPr sz="1275" b="1" i="0">
                <a:solidFill>
                  <a:srgbClr val="7C63D8"/>
                </a:solidFill>
                <a:latin typeface="Noto Sans CJK TC"/>
                <a:ea typeface="Noto Sans CJK TC"/>
                <a:cs typeface="Noto Sans CJK TC"/>
              </a:rPr>
              <a:t>代替解釈</a:t>
            </a:r>
          </a:p>
        </p:txBody>
      </p:sp>
      <p:sp>
        <p:nvSpPr>
          <p:cNvPr id="36" name="">
            <a:extLst xmlns:a="http://schemas.openxmlformats.org/drawingml/2006/main">
              <a:ext uri="{FF2B5EF4-FFF2-40B4-BE49-F238E27FC236}">
                <a16:creationId xmlns:a16="http://schemas.microsoft.com/office/drawing/2014/main" id="{72B28073-208B-478E-983C-EBEFB86AC0E1}"/>
              </a:ext>
            </a:extLst>
          </p:cNvPr>
          <p:cNvSpPr>
            <a:spLocks xmlns:a="http://schemas.openxmlformats.org/drawingml/2006/main" noGrp="1"/>
          </p:cNvSpPr>
          <p:nvPr/>
        </p:nvSpPr>
        <p:spPr>
          <a:xfrm xmlns:a="http://schemas.openxmlformats.org/drawingml/2006/main">
            <a:off x="2476500" y="4619625"/>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05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broccoliの位置は不明のままで、pineapplesで置き換えられない。</a:t>
            </a:r>
          </a:p>
        </p:txBody>
      </p:sp>
      <p:sp>
        <p:nvSpPr>
          <p:cNvPr id="37" name="">
            <a:extLst xmlns:a="http://schemas.openxmlformats.org/drawingml/2006/main">
              <a:ext uri="{FF2B5EF4-FFF2-40B4-BE49-F238E27FC236}">
                <a16:creationId xmlns:a16="http://schemas.microsoft.com/office/drawing/2014/main" id="{F79B614A-7405-4F2D-B402-671DF51304D5}"/>
              </a:ext>
            </a:extLst>
          </p:cNvPr>
          <p:cNvSpPr>
            <a:spLocks xmlns:a="http://schemas.openxmlformats.org/drawingml/2006/main" noGrp="1"/>
          </p:cNvSpPr>
          <p:nvPr/>
        </p:nvSpPr>
        <p:spPr>
          <a:xfrm xmlns:a="http://schemas.openxmlformats.org/drawingml/2006/main">
            <a:off x="6381750" y="4524375"/>
            <a:ext cx="4762500" cy="457200"/>
          </a:xfrm>
          <a:prstGeom xmlns:a="http://schemas.openxmlformats.org/drawingml/2006/main" prst="roundRect">
            <a:avLst>
              <a:gd name="adj" fmla="val 16667"/>
            </a:avLst>
          </a:prstGeom>
          <a:solidFill xmlns:a="http://schemas.openxmlformats.org/drawingml/2006/main">
            <a:srgbClr val="F7F8FA"/>
          </a:solidFill>
          <a:ln xmlns:a="http://schemas.openxmlformats.org/drawingml/2006/main" w="9525">
            <a:solidFill>
              <a:srgbClr val="DCE2EA"/>
            </a:solidFill>
            <a:prstDash val="solid"/>
          </a:ln>
        </p:spPr>
      </p:sp>
      <p:sp>
        <p:nvSpPr>
          <p:cNvPr id="38" name="">
            <a:extLst xmlns:a="http://schemas.openxmlformats.org/drawingml/2006/main">
              <a:ext uri="{FF2B5EF4-FFF2-40B4-BE49-F238E27FC236}">
                <a16:creationId xmlns:a16="http://schemas.microsoft.com/office/drawing/2014/main" id="{A27F82DF-7877-40E4-894F-005488CB6C76}"/>
              </a:ext>
            </a:extLst>
          </p:cNvPr>
          <p:cNvSpPr>
            <a:spLocks xmlns:a="http://schemas.openxmlformats.org/drawingml/2006/main" noGrp="1"/>
          </p:cNvSpPr>
          <p:nvPr/>
        </p:nvSpPr>
        <p:spPr>
          <a:xfrm xmlns:a="http://schemas.openxmlformats.org/drawingml/2006/main">
            <a:off x="6572250" y="46291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78"/>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システムの処理</a:t>
            </a:r>
          </a:p>
        </p:txBody>
      </p:sp>
      <p:sp>
        <p:nvSpPr>
          <p:cNvPr id="39" name="">
            <a:extLst xmlns:a="http://schemas.openxmlformats.org/drawingml/2006/main">
              <a:ext uri="{FF2B5EF4-FFF2-40B4-BE49-F238E27FC236}">
                <a16:creationId xmlns:a16="http://schemas.microsoft.com/office/drawing/2014/main" id="{217CCFE0-FD95-4E38-93C7-7F3AF1D923DF}"/>
              </a:ext>
            </a:extLst>
          </p:cNvPr>
          <p:cNvSpPr>
            <a:spLocks xmlns:a="http://schemas.openxmlformats.org/drawingml/2006/main" noGrp="1"/>
          </p:cNvSpPr>
          <p:nvPr/>
        </p:nvSpPr>
        <p:spPr>
          <a:xfrm xmlns:a="http://schemas.openxmlformats.org/drawingml/2006/main">
            <a:off x="7600950" y="4619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不明を残し、別の物品を答えにしない。</a:t>
            </a:r>
          </a:p>
        </p:txBody>
      </p:sp>
      <p:sp>
        <p:nvSpPr>
          <p:cNvPr id="40" name="">
            <a:extLst xmlns:a="http://schemas.openxmlformats.org/drawingml/2006/main">
              <a:ext uri="{FF2B5EF4-FFF2-40B4-BE49-F238E27FC236}">
                <a16:creationId xmlns:a16="http://schemas.microsoft.com/office/drawing/2014/main" id="{C44E09C3-963A-43C7-A5B2-708ADE9191AA}"/>
              </a:ext>
            </a:extLst>
          </p:cNvPr>
          <p:cNvSpPr>
            <a:spLocks xmlns:a="http://schemas.openxmlformats.org/drawingml/2006/main" noGrp="1"/>
          </p:cNvSpPr>
          <p:nvPr/>
        </p:nvSpPr>
        <p:spPr>
          <a:xfrm xmlns:a="http://schemas.openxmlformats.org/drawingml/2006/main">
            <a:off x="666750" y="5105400"/>
            <a:ext cx="4762500" cy="457200"/>
          </a:xfrm>
          <a:prstGeom xmlns:a="http://schemas.openxmlformats.org/drawingml/2006/main" prst="roundRect">
            <a:avLst>
              <a:gd name="adj" fmla="val 16667"/>
            </a:avLst>
          </a:prstGeom>
          <a:solidFill xmlns:a="http://schemas.openxmlformats.org/drawingml/2006/main">
            <a:srgbClr val="E8F7EF"/>
          </a:solidFill>
          <a:ln xmlns:a="http://schemas.openxmlformats.org/drawingml/2006/main" w="9525">
            <a:solidFill>
              <a:srgbClr val="DCE2EA"/>
            </a:solidFill>
            <a:prstDash val="solid"/>
          </a:ln>
        </p:spPr>
      </p:sp>
      <p:sp>
        <p:nvSpPr>
          <p:cNvPr id="41" name="">
            <a:extLst xmlns:a="http://schemas.openxmlformats.org/drawingml/2006/main">
              <a:ext uri="{FF2B5EF4-FFF2-40B4-BE49-F238E27FC236}">
                <a16:creationId xmlns:a16="http://schemas.microsoft.com/office/drawing/2014/main" id="{F3BBC911-5225-45FF-A316-B03A96E0C008}"/>
              </a:ext>
            </a:extLst>
          </p:cNvPr>
          <p:cNvSpPr>
            <a:spLocks xmlns:a="http://schemas.openxmlformats.org/drawingml/2006/main" noGrp="1"/>
          </p:cNvSpPr>
          <p:nvPr/>
        </p:nvSpPr>
        <p:spPr>
          <a:xfrm xmlns:a="http://schemas.openxmlformats.org/drawingml/2006/main">
            <a:off x="857250" y="5210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5A56F"/>
                </a:solidFill>
                <a:latin typeface="Noto Sans CJK TC"/>
                <a:ea typeface="Noto Sans CJK TC"/>
                <a:cs typeface="Noto Sans CJK TC"/>
              </a:defRPr>
            </a:pPr>
            <a:r>
              <a:rPr sz="1275" b="1" i="0">
                <a:solidFill>
                  <a:srgbClr val="35A56F"/>
                </a:solidFill>
                <a:latin typeface="Noto Sans CJK TC"/>
                <a:ea typeface="Noto Sans CJK TC"/>
                <a:cs typeface="Noto Sans CJK TC"/>
              </a:rPr>
              <a:t>解答への対応付け</a:t>
            </a:r>
          </a:p>
        </p:txBody>
      </p:sp>
      <p:sp>
        <p:nvSpPr>
          <p:cNvPr id="42" name="">
            <a:extLst xmlns:a="http://schemas.openxmlformats.org/drawingml/2006/main">
              <a:ext uri="{FF2B5EF4-FFF2-40B4-BE49-F238E27FC236}">
                <a16:creationId xmlns:a16="http://schemas.microsoft.com/office/drawing/2014/main" id="{F9028EDB-CB21-4168-B96E-2AFE34A55CF1}"/>
              </a:ext>
            </a:extLst>
          </p:cNvPr>
          <p:cNvSpPr>
            <a:spLocks xmlns:a="http://schemas.openxmlformats.org/drawingml/2006/main" noGrp="1"/>
          </p:cNvSpPr>
          <p:nvPr/>
        </p:nvSpPr>
        <p:spPr>
          <a:xfrm xmlns:a="http://schemas.openxmlformats.org/drawingml/2006/main">
            <a:off x="2476500" y="52006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質問はbroccoliがclosetにあるか → No。</a:t>
            </a:r>
          </a:p>
        </p:txBody>
      </p:sp>
      <p:sp>
        <p:nvSpPr>
          <p:cNvPr id="43" name="">
            <a:extLst xmlns:a="http://schemas.openxmlformats.org/drawingml/2006/main">
              <a:ext uri="{FF2B5EF4-FFF2-40B4-BE49-F238E27FC236}">
                <a16:creationId xmlns:a16="http://schemas.microsoft.com/office/drawing/2014/main" id="{F2995ECC-31E6-4B53-B48D-2A47F2F32F6B}"/>
              </a:ext>
            </a:extLst>
          </p:cNvPr>
          <p:cNvSpPr>
            <a:spLocks xmlns:a="http://schemas.openxmlformats.org/drawingml/2006/main" noGrp="1"/>
          </p:cNvSpPr>
          <p:nvPr/>
        </p:nvSpPr>
        <p:spPr>
          <a:xfrm xmlns:a="http://schemas.openxmlformats.org/drawingml/2006/main">
            <a:off x="8058150" y="5219700"/>
            <a:ext cx="2095500" cy="304800"/>
          </a:xfrm>
          <a:prstGeom xmlns:a="http://schemas.openxmlformats.org/drawingml/2006/main" prst="roundRect">
            <a:avLst>
              <a:gd name="adj" fmla="val 50000"/>
            </a:avLst>
          </a:prstGeom>
          <a:solidFill xmlns:a="http://schemas.openxmlformats.org/drawingml/2006/main">
            <a:srgbClr val="35A56F"/>
          </a:solidFill>
          <a:ln xmlns:a="http://schemas.openxmlformats.org/drawingml/2006/main" w="9525">
            <a:solidFill>
              <a:srgbClr val="35A56F"/>
            </a:solidFill>
            <a:prstDash val="solid"/>
          </a:ln>
        </p:spPr>
      </p:sp>
      <p:sp>
        <p:nvSpPr>
          <p:cNvPr id="44" name="">
            <a:extLst xmlns:a="http://schemas.openxmlformats.org/drawingml/2006/main">
              <a:ext uri="{FF2B5EF4-FFF2-40B4-BE49-F238E27FC236}">
                <a16:creationId xmlns:a16="http://schemas.microsoft.com/office/drawing/2014/main" id="{275AFE6B-6BF6-40BA-81D8-C1672C799253}"/>
              </a:ext>
            </a:extLst>
          </p:cNvPr>
          <p:cNvSpPr>
            <a:spLocks xmlns:a="http://schemas.openxmlformats.org/drawingml/2006/main" noGrp="1"/>
          </p:cNvSpPr>
          <p:nvPr/>
        </p:nvSpPr>
        <p:spPr>
          <a:xfrm xmlns:a="http://schemas.openxmlformats.org/drawingml/2006/main">
            <a:off x="8058150" y="5257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6000"/>
              </a:lnSpc>
              <a:buNone/>
              <a:defRPr sz="1125" b="1" i="0">
                <a:solidFill>
                  <a:srgbClr val="FFFFFF"/>
                </a:solidFill>
                <a:latin typeface="Noto Sans CJK TC"/>
                <a:ea typeface="Noto Sans CJK TC"/>
                <a:cs typeface="Noto Sans CJK TC"/>
              </a:defRPr>
            </a:pPr>
            <a:r>
              <a:rPr sz="1125" b="1" i="0">
                <a:solidFill>
                  <a:srgbClr val="FFFFFF"/>
                </a:solidFill>
                <a:latin typeface="Noto Sans CJK TC"/>
                <a:ea typeface="Noto Sans CJK TC"/>
                <a:cs typeface="Noto Sans CJK TC"/>
              </a:rPr>
              <a:t>最終解答：No</a:t>
            </a:r>
          </a:p>
        </p:txBody>
      </p:sp>
      <p:sp>
        <p:nvSpPr>
          <p:cNvPr id="45" name="">
            <a:extLst xmlns:a="http://schemas.openxmlformats.org/drawingml/2006/main">
              <a:ext uri="{FF2B5EF4-FFF2-40B4-BE49-F238E27FC236}">
                <a16:creationId xmlns:a16="http://schemas.microsoft.com/office/drawing/2014/main" id="{99A4E009-9A93-429C-A9BB-446C8CFAE6ED}"/>
              </a:ext>
            </a:extLst>
          </p:cNvPr>
          <p:cNvSpPr>
            <a:spLocks xmlns:a="http://schemas.openxmlformats.org/drawingml/2006/main" noGrp="1"/>
          </p:cNvSpPr>
          <p:nvPr/>
        </p:nvSpPr>
        <p:spPr>
          <a:xfrm xmlns:a="http://schemas.openxmlformats.org/drawingml/2006/main">
            <a:off x="762000" y="5943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D75252"/>
                </a:solidFill>
                <a:latin typeface="Noto Sans CJK TC"/>
                <a:ea typeface="Noto Sans CJK TC"/>
                <a:cs typeface="Noto Sans CJK TC"/>
              </a:defRPr>
            </a:pPr>
            <a:r>
              <a:rPr sz="1350" b="1" i="0">
                <a:solidFill>
                  <a:srgbClr val="D75252"/>
                </a:solidFill>
                <a:latin typeface="Noto Sans CJK TC"/>
                <a:ea typeface="Noto Sans CJK TC"/>
                <a:cs typeface="Noto Sans CJK TC"/>
              </a:rPr>
              <a:t>この問題は左脳の「指示語＋物品同一性」だけを切り出し、UruhaBrain全体は測っていない。</a:t>
            </a:r>
          </a:p>
        </p:txBody>
      </p:sp>
    </p:spTree>
    <p:extLst>
      <p:ext uri="{BB962C8B-B14F-4D97-AF65-F5344CB8AC3E}">
        <p14:creationId xmlns:p14="http://schemas.microsoft.com/office/powerpoint/2010/main" val="21061502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C0CC960-4B4A-4FC0-B96C-2CBDF8CF4DF6}"/>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変数の説明</a:t>
            </a:r>
          </a:p>
        </p:txBody>
      </p:sp>
      <p:sp>
        <p:nvSpPr>
          <p:cNvPr id="2" name="">
            <a:extLst xmlns:a="http://schemas.openxmlformats.org/drawingml/2006/main">
              <a:ext uri="{FF2B5EF4-FFF2-40B4-BE49-F238E27FC236}">
                <a16:creationId xmlns:a16="http://schemas.microsoft.com/office/drawing/2014/main" id="{628B5066-CEB2-4104-B33D-2CABB8F42C0A}"/>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M15の実験設計：一つだけ変え、他の条件はできるだけ同じにする</a:t>
            </a:r>
          </a:p>
        </p:txBody>
      </p:sp>
      <p:sp>
        <p:nvSpPr>
          <p:cNvPr id="3" name="">
            <a:extLst xmlns:a="http://schemas.openxmlformats.org/drawingml/2006/main">
              <a:ext uri="{FF2B5EF4-FFF2-40B4-BE49-F238E27FC236}">
                <a16:creationId xmlns:a16="http://schemas.microsoft.com/office/drawing/2014/main" id="{6431EDC2-12B9-4442-892F-6C7481E553C7}"/>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8BEA6A8A-394F-4113-AC65-F487E8345B35}"/>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13</a:t>
            </a:r>
          </a:p>
        </p:txBody>
      </p:sp>
      <p:sp>
        <p:nvSpPr>
          <p:cNvPr id="5" name="">
            <a:extLst xmlns:a="http://schemas.openxmlformats.org/drawingml/2006/main">
              <a:ext uri="{FF2B5EF4-FFF2-40B4-BE49-F238E27FC236}">
                <a16:creationId xmlns:a16="http://schemas.microsoft.com/office/drawing/2014/main" id="{8C87714F-67A8-420B-A93D-E4B00B028BB7}"/>
              </a:ext>
            </a:extLst>
          </p:cNvPr>
          <p:cNvSpPr>
            <a:spLocks xmlns:a="http://schemas.openxmlformats.org/drawingml/2006/main" noGrp="1"/>
          </p:cNvSpPr>
          <p:nvPr/>
        </p:nvSpPr>
        <p:spPr>
          <a:xfrm xmlns:a="http://schemas.openxmlformats.org/drawingml/2006/main">
            <a:off x="590550" y="1428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項目</a:t>
            </a:r>
          </a:p>
        </p:txBody>
      </p:sp>
      <p:sp>
        <p:nvSpPr>
          <p:cNvPr id="6" name="">
            <a:extLst xmlns:a="http://schemas.openxmlformats.org/drawingml/2006/main">
              <a:ext uri="{FF2B5EF4-FFF2-40B4-BE49-F238E27FC236}">
                <a16:creationId xmlns:a16="http://schemas.microsoft.com/office/drawing/2014/main" id="{AB1CE719-CBC7-430A-B3FD-EEE2B1851BBB}"/>
              </a:ext>
            </a:extLst>
          </p:cNvPr>
          <p:cNvSpPr>
            <a:spLocks xmlns:a="http://schemas.openxmlformats.org/drawingml/2006/main" noGrp="1"/>
          </p:cNvSpPr>
          <p:nvPr/>
        </p:nvSpPr>
        <p:spPr>
          <a:xfrm xmlns:a="http://schemas.openxmlformats.org/drawingml/2006/main">
            <a:off x="2428875" y="14287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何を操作／測定するか</a:t>
            </a:r>
          </a:p>
        </p:txBody>
      </p:sp>
      <p:sp>
        <p:nvSpPr>
          <p:cNvPr id="7" name="">
            <a:extLst xmlns:a="http://schemas.openxmlformats.org/drawingml/2006/main">
              <a:ext uri="{FF2B5EF4-FFF2-40B4-BE49-F238E27FC236}">
                <a16:creationId xmlns:a16="http://schemas.microsoft.com/office/drawing/2014/main" id="{779DD81B-0135-4F12-BACA-B1D8EFDE4135}"/>
              </a:ext>
            </a:extLst>
          </p:cNvPr>
          <p:cNvSpPr>
            <a:spLocks xmlns:a="http://schemas.openxmlformats.org/drawingml/2006/main" noGrp="1"/>
          </p:cNvSpPr>
          <p:nvPr/>
        </p:nvSpPr>
        <p:spPr>
          <a:xfrm xmlns:a="http://schemas.openxmlformats.org/drawingml/2006/main">
            <a:off x="6667500" y="1428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必要な理由</a:t>
            </a:r>
          </a:p>
        </p:txBody>
      </p:sp>
      <p:sp>
        <p:nvSpPr>
          <p:cNvPr id="8" name="">
            <a:extLst xmlns:a="http://schemas.openxmlformats.org/drawingml/2006/main">
              <a:ext uri="{FF2B5EF4-FFF2-40B4-BE49-F238E27FC236}">
                <a16:creationId xmlns:a16="http://schemas.microsoft.com/office/drawing/2014/main" id="{3895777A-DC7B-4734-8C99-E8F46FA557B2}"/>
              </a:ext>
            </a:extLst>
          </p:cNvPr>
          <p:cNvSpPr>
            <a:spLocks xmlns:a="http://schemas.openxmlformats.org/drawingml/2006/main" noGrp="1"/>
          </p:cNvSpPr>
          <p:nvPr/>
        </p:nvSpPr>
        <p:spPr>
          <a:xfrm xmlns:a="http://schemas.openxmlformats.org/drawingml/2006/main">
            <a:off x="590550" y="18573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3D8DFF"/>
                </a:solidFill>
                <a:latin typeface="Noto Sans CJK TC"/>
                <a:ea typeface="Noto Sans CJK TC"/>
                <a:cs typeface="Noto Sans CJK TC"/>
              </a:defRPr>
            </a:pPr>
            <a:r>
              <a:rPr sz="1500" b="1" i="0">
                <a:solidFill>
                  <a:srgbClr val="3D8DFF"/>
                </a:solidFill>
                <a:latin typeface="Noto Sans CJK TC"/>
                <a:ea typeface="Noto Sans CJK TC"/>
                <a:cs typeface="Noto Sans CJK TC"/>
              </a:rPr>
              <a:t>独立変数</a:t>
            </a:r>
          </a:p>
        </p:txBody>
      </p:sp>
      <p:sp>
        <p:nvSpPr>
          <p:cNvPr id="9" name="">
            <a:extLst xmlns:a="http://schemas.openxmlformats.org/drawingml/2006/main">
              <a:ext uri="{FF2B5EF4-FFF2-40B4-BE49-F238E27FC236}">
                <a16:creationId xmlns:a16="http://schemas.microsoft.com/office/drawing/2014/main" id="{4BD32183-B98D-4F5A-9033-34444E2A63F7}"/>
              </a:ext>
            </a:extLst>
          </p:cNvPr>
          <p:cNvSpPr>
            <a:spLocks xmlns:a="http://schemas.openxmlformats.org/drawingml/2006/main" noGrp="1"/>
          </p:cNvSpPr>
          <p:nvPr/>
        </p:nvSpPr>
        <p:spPr>
          <a:xfrm xmlns:a="http://schemas.openxmlformats.org/drawingml/2006/main">
            <a:off x="2428875" y="18478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0B1220"/>
                </a:solidFill>
                <a:latin typeface="Noto Sans CJK TC"/>
                <a:ea typeface="Noto Sans CJK TC"/>
                <a:cs typeface="Noto Sans CJK TC"/>
              </a:defRPr>
            </a:pPr>
            <a:r>
              <a:rPr sz="1275" b="1" i="0">
                <a:solidFill>
                  <a:srgbClr val="0B1220"/>
                </a:solidFill>
                <a:latin typeface="Noto Sans CJK TC"/>
                <a:ea typeface="Noto Sans CJK TC"/>
                <a:cs typeface="Noto Sans CJK TC"/>
              </a:rPr>
              <a:t>回答前の思考手順：GenericまたはPragmatic</a:t>
            </a:r>
          </a:p>
        </p:txBody>
      </p:sp>
      <p:sp>
        <p:nvSpPr>
          <p:cNvPr id="10" name="">
            <a:extLst xmlns:a="http://schemas.openxmlformats.org/drawingml/2006/main">
              <a:ext uri="{FF2B5EF4-FFF2-40B4-BE49-F238E27FC236}">
                <a16:creationId xmlns:a16="http://schemas.microsoft.com/office/drawing/2014/main" id="{9B3B32B8-077E-4232-A7F3-3F53403D1304}"/>
              </a:ext>
            </a:extLst>
          </p:cNvPr>
          <p:cNvSpPr>
            <a:spLocks xmlns:a="http://schemas.openxmlformats.org/drawingml/2006/main" noGrp="1"/>
          </p:cNvSpPr>
          <p:nvPr/>
        </p:nvSpPr>
        <p:spPr>
          <a:xfrm xmlns:a="http://schemas.openxmlformats.org/drawingml/2006/main">
            <a:off x="6667500" y="18478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中間推論の構造だけを変え、正答率差を生むか測る</a:t>
            </a:r>
          </a:p>
        </p:txBody>
      </p:sp>
      <p:sp>
        <p:nvSpPr>
          <p:cNvPr id="11" name="">
            <a:extLst xmlns:a="http://schemas.openxmlformats.org/drawingml/2006/main">
              <a:ext uri="{FF2B5EF4-FFF2-40B4-BE49-F238E27FC236}">
                <a16:creationId xmlns:a16="http://schemas.microsoft.com/office/drawing/2014/main" id="{3DB0C10D-A72C-470E-9FE7-9B8BEC25CE3E}"/>
              </a:ext>
            </a:extLst>
          </p:cNvPr>
          <p:cNvSpPr>
            <a:spLocks xmlns:a="http://schemas.openxmlformats.org/drawingml/2006/main" noGrp="1"/>
          </p:cNvSpPr>
          <p:nvPr/>
        </p:nvSpPr>
        <p:spPr>
          <a:xfrm xmlns:a="http://schemas.openxmlformats.org/drawingml/2006/main">
            <a:off x="590550" y="23622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2" name="">
            <a:extLst xmlns:a="http://schemas.openxmlformats.org/drawingml/2006/main">
              <a:ext uri="{FF2B5EF4-FFF2-40B4-BE49-F238E27FC236}">
                <a16:creationId xmlns:a16="http://schemas.microsoft.com/office/drawing/2014/main" id="{3B17EC69-A150-4C0B-9AD2-D216A453902B}"/>
              </a:ext>
            </a:extLst>
          </p:cNvPr>
          <p:cNvSpPr>
            <a:spLocks xmlns:a="http://schemas.openxmlformats.org/drawingml/2006/main" noGrp="1"/>
          </p:cNvSpPr>
          <p:nvPr/>
        </p:nvSpPr>
        <p:spPr>
          <a:xfrm xmlns:a="http://schemas.openxmlformats.org/drawingml/2006/main">
            <a:off x="590550" y="25431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35A56F"/>
                </a:solidFill>
                <a:latin typeface="Noto Sans CJK TC"/>
                <a:ea typeface="Noto Sans CJK TC"/>
                <a:cs typeface="Noto Sans CJK TC"/>
              </a:defRPr>
            </a:pPr>
            <a:r>
              <a:rPr sz="1500" b="1" i="0">
                <a:solidFill>
                  <a:srgbClr val="35A56F"/>
                </a:solidFill>
                <a:latin typeface="Noto Sans CJK TC"/>
                <a:ea typeface="Noto Sans CJK TC"/>
                <a:cs typeface="Noto Sans CJK TC"/>
              </a:rPr>
              <a:t>従属変数</a:t>
            </a:r>
          </a:p>
        </p:txBody>
      </p:sp>
      <p:sp>
        <p:nvSpPr>
          <p:cNvPr id="13" name="">
            <a:extLst xmlns:a="http://schemas.openxmlformats.org/drawingml/2006/main">
              <a:ext uri="{FF2B5EF4-FFF2-40B4-BE49-F238E27FC236}">
                <a16:creationId xmlns:a16="http://schemas.microsoft.com/office/drawing/2014/main" id="{1BBA8483-A571-42FF-863F-969B316515F5}"/>
              </a:ext>
            </a:extLst>
          </p:cNvPr>
          <p:cNvSpPr>
            <a:spLocks xmlns:a="http://schemas.openxmlformats.org/drawingml/2006/main" noGrp="1"/>
          </p:cNvSpPr>
          <p:nvPr/>
        </p:nvSpPr>
        <p:spPr>
          <a:xfrm xmlns:a="http://schemas.openxmlformats.org/drawingml/2006/main">
            <a:off x="2428875" y="2533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0B1220"/>
                </a:solidFill>
                <a:latin typeface="Noto Sans CJK TC"/>
                <a:ea typeface="Noto Sans CJK TC"/>
                <a:cs typeface="Noto Sans CJK TC"/>
              </a:defRPr>
            </a:pPr>
            <a:r>
              <a:rPr sz="1275" b="1" i="0">
                <a:solidFill>
                  <a:srgbClr val="0B1220"/>
                </a:solidFill>
                <a:latin typeface="Noto Sans CJK TC"/>
                <a:ea typeface="Noto Sans CJK TC"/>
                <a:cs typeface="Noto Sans CJK TC"/>
              </a:rPr>
              <a:t>同じ問題の最終選択肢が正しいか</a:t>
            </a:r>
          </a:p>
        </p:txBody>
      </p:sp>
      <p:sp>
        <p:nvSpPr>
          <p:cNvPr id="14" name="">
            <a:extLst xmlns:a="http://schemas.openxmlformats.org/drawingml/2006/main">
              <a:ext uri="{FF2B5EF4-FFF2-40B4-BE49-F238E27FC236}">
                <a16:creationId xmlns:a16="http://schemas.microsoft.com/office/drawing/2014/main" id="{81BDE9C1-3EB5-4074-8642-54AACA42775D}"/>
              </a:ext>
            </a:extLst>
          </p:cNvPr>
          <p:cNvSpPr>
            <a:spLocks xmlns:a="http://schemas.openxmlformats.org/drawingml/2006/main" noGrp="1"/>
          </p:cNvSpPr>
          <p:nvPr/>
        </p:nvSpPr>
        <p:spPr>
          <a:xfrm xmlns:a="http://schemas.openxmlformats.org/drawingml/2006/main">
            <a:off x="6667500" y="25336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抽象的な「より理解する」を客観採点できる結果にする</a:t>
            </a:r>
          </a:p>
        </p:txBody>
      </p:sp>
      <p:sp>
        <p:nvSpPr>
          <p:cNvPr id="15" name="">
            <a:extLst xmlns:a="http://schemas.openxmlformats.org/drawingml/2006/main">
              <a:ext uri="{FF2B5EF4-FFF2-40B4-BE49-F238E27FC236}">
                <a16:creationId xmlns:a16="http://schemas.microsoft.com/office/drawing/2014/main" id="{584E80E7-BE6C-479C-84D1-53AC125575C9}"/>
              </a:ext>
            </a:extLst>
          </p:cNvPr>
          <p:cNvSpPr>
            <a:spLocks xmlns:a="http://schemas.openxmlformats.org/drawingml/2006/main" noGrp="1"/>
          </p:cNvSpPr>
          <p:nvPr/>
        </p:nvSpPr>
        <p:spPr>
          <a:xfrm xmlns:a="http://schemas.openxmlformats.org/drawingml/2006/main">
            <a:off x="590550" y="30480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6" name="">
            <a:extLst xmlns:a="http://schemas.openxmlformats.org/drawingml/2006/main">
              <a:ext uri="{FF2B5EF4-FFF2-40B4-BE49-F238E27FC236}">
                <a16:creationId xmlns:a16="http://schemas.microsoft.com/office/drawing/2014/main" id="{545C53AE-DF40-4B36-84F8-C31902C03762}"/>
              </a:ext>
            </a:extLst>
          </p:cNvPr>
          <p:cNvSpPr>
            <a:spLocks xmlns:a="http://schemas.openxmlformats.org/drawingml/2006/main" noGrp="1"/>
          </p:cNvSpPr>
          <p:nvPr/>
        </p:nvSpPr>
        <p:spPr>
          <a:xfrm xmlns:a="http://schemas.openxmlformats.org/drawingml/2006/main">
            <a:off x="590550" y="32289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536174"/>
                </a:solidFill>
                <a:latin typeface="Noto Sans CJK TC"/>
                <a:ea typeface="Noto Sans CJK TC"/>
                <a:cs typeface="Noto Sans CJK TC"/>
              </a:defRPr>
            </a:pPr>
            <a:r>
              <a:rPr sz="1500" b="1" i="0">
                <a:solidFill>
                  <a:srgbClr val="536174"/>
                </a:solidFill>
                <a:latin typeface="Noto Sans CJK TC"/>
                <a:ea typeface="Noto Sans CJK TC"/>
                <a:cs typeface="Noto Sans CJK TC"/>
              </a:rPr>
              <a:t>統制変数</a:t>
            </a:r>
          </a:p>
        </p:txBody>
      </p:sp>
      <p:sp>
        <p:nvSpPr>
          <p:cNvPr id="17" name="">
            <a:extLst xmlns:a="http://schemas.openxmlformats.org/drawingml/2006/main">
              <a:ext uri="{FF2B5EF4-FFF2-40B4-BE49-F238E27FC236}">
                <a16:creationId xmlns:a16="http://schemas.microsoft.com/office/drawing/2014/main" id="{8D8BE623-011C-42C0-A894-55F17C8EDDD6}"/>
              </a:ext>
            </a:extLst>
          </p:cNvPr>
          <p:cNvSpPr>
            <a:spLocks xmlns:a="http://schemas.openxmlformats.org/drawingml/2006/main" noGrp="1"/>
          </p:cNvSpPr>
          <p:nvPr/>
        </p:nvSpPr>
        <p:spPr>
          <a:xfrm xmlns:a="http://schemas.openxmlformats.org/drawingml/2006/main">
            <a:off x="2428875" y="32194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68"/>
          </a:bodyPr>
          <a:lstStyle xmlns:a="http://schemas.openxmlformats.org/drawingml/2006/main"/>
          <a:p xmlns:a="http://schemas.openxmlformats.org/drawingml/2006/main">
            <a:pPr algn="l">
              <a:lnSpc>
                <a:spcPct val="116000"/>
              </a:lnSpc>
              <a:buNone/>
              <a:defRPr sz="1275" b="0" i="0">
                <a:solidFill>
                  <a:srgbClr val="0B1220"/>
                </a:solidFill>
                <a:latin typeface="Noto Sans CJK TC"/>
                <a:ea typeface="Noto Sans CJK TC"/>
                <a:cs typeface="Noto Sans CJK TC"/>
              </a:defRPr>
            </a:pPr>
            <a:r>
              <a:rPr sz="1275" b="0" i="0">
                <a:solidFill>
                  <a:srgbClr val="0B1220"/>
                </a:solidFill>
                <a:latin typeface="Noto Sans CJK TC"/>
                <a:ea typeface="Noto Sans CJK TC"/>
                <a:cs typeface="Noto Sans CJK TC"/>
              </a:rPr>
              <a:t>同一モデル・問題・選択肢・seed・T=0・スキーマ・上限</a:t>
            </a:r>
          </a:p>
        </p:txBody>
      </p:sp>
      <p:sp>
        <p:nvSpPr>
          <p:cNvPr id="18" name="">
            <a:extLst xmlns:a="http://schemas.openxmlformats.org/drawingml/2006/main">
              <a:ext uri="{FF2B5EF4-FFF2-40B4-BE49-F238E27FC236}">
                <a16:creationId xmlns:a16="http://schemas.microsoft.com/office/drawing/2014/main" id="{0EAA9595-E533-4B1C-B947-6DBBA4031A06}"/>
              </a:ext>
            </a:extLst>
          </p:cNvPr>
          <p:cNvSpPr>
            <a:spLocks xmlns:a="http://schemas.openxmlformats.org/drawingml/2006/main" noGrp="1"/>
          </p:cNvSpPr>
          <p:nvPr/>
        </p:nvSpPr>
        <p:spPr>
          <a:xfrm xmlns:a="http://schemas.openxmlformats.org/drawingml/2006/main">
            <a:off x="6667500" y="32194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モデル・問題・乱数による別の説明を減らす</a:t>
            </a:r>
          </a:p>
        </p:txBody>
      </p:sp>
      <p:sp>
        <p:nvSpPr>
          <p:cNvPr id="19" name="">
            <a:extLst xmlns:a="http://schemas.openxmlformats.org/drawingml/2006/main">
              <a:ext uri="{FF2B5EF4-FFF2-40B4-BE49-F238E27FC236}">
                <a16:creationId xmlns:a16="http://schemas.microsoft.com/office/drawing/2014/main" id="{40099898-35CF-4195-B993-D9ED11F34B02}"/>
              </a:ext>
            </a:extLst>
          </p:cNvPr>
          <p:cNvSpPr>
            <a:spLocks xmlns:a="http://schemas.openxmlformats.org/drawingml/2006/main" noGrp="1"/>
          </p:cNvSpPr>
          <p:nvPr/>
        </p:nvSpPr>
        <p:spPr>
          <a:xfrm xmlns:a="http://schemas.openxmlformats.org/drawingml/2006/main">
            <a:off x="590550" y="37338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0" name="">
            <a:extLst xmlns:a="http://schemas.openxmlformats.org/drawingml/2006/main">
              <a:ext uri="{FF2B5EF4-FFF2-40B4-BE49-F238E27FC236}">
                <a16:creationId xmlns:a16="http://schemas.microsoft.com/office/drawing/2014/main" id="{C4A59AB8-A071-46C6-8D95-1C1A31796571}"/>
              </a:ext>
            </a:extLst>
          </p:cNvPr>
          <p:cNvSpPr>
            <a:spLocks xmlns:a="http://schemas.openxmlformats.org/drawingml/2006/main" noGrp="1"/>
          </p:cNvSpPr>
          <p:nvPr/>
        </p:nvSpPr>
        <p:spPr>
          <a:xfrm xmlns:a="http://schemas.openxmlformats.org/drawingml/2006/main">
            <a:off x="590550" y="39147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E5A72D"/>
                </a:solidFill>
                <a:latin typeface="Noto Sans CJK TC"/>
                <a:ea typeface="Noto Sans CJK TC"/>
                <a:cs typeface="Noto Sans CJK TC"/>
              </a:defRPr>
            </a:pPr>
            <a:r>
              <a:rPr sz="1500" b="1" i="0">
                <a:solidFill>
                  <a:srgbClr val="E5A72D"/>
                </a:solidFill>
                <a:latin typeface="Noto Sans CJK TC"/>
                <a:ea typeface="Noto Sans CJK TC"/>
                <a:cs typeface="Noto Sans CJK TC"/>
              </a:rPr>
              <a:t>対照群</a:t>
            </a:r>
          </a:p>
        </p:txBody>
      </p:sp>
      <p:sp>
        <p:nvSpPr>
          <p:cNvPr id="21" name="">
            <a:extLst xmlns:a="http://schemas.openxmlformats.org/drawingml/2006/main">
              <a:ext uri="{FF2B5EF4-FFF2-40B4-BE49-F238E27FC236}">
                <a16:creationId xmlns:a16="http://schemas.microsoft.com/office/drawing/2014/main" id="{67867B03-F564-4FDA-A528-63DC7688C0B5}"/>
              </a:ext>
            </a:extLst>
          </p:cNvPr>
          <p:cNvSpPr>
            <a:spLocks xmlns:a="http://schemas.openxmlformats.org/drawingml/2006/main" noGrp="1"/>
          </p:cNvSpPr>
          <p:nvPr/>
        </p:nvSpPr>
        <p:spPr>
          <a:xfrm xmlns:a="http://schemas.openxmlformats.org/drawingml/2006/main">
            <a:off x="2428875" y="39052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0B1220"/>
                </a:solidFill>
                <a:latin typeface="Noto Sans CJK TC"/>
                <a:ea typeface="Noto Sans CJK TC"/>
                <a:cs typeface="Noto Sans CJK TC"/>
              </a:defRPr>
            </a:pPr>
            <a:r>
              <a:rPr sz="1275" b="0" i="0">
                <a:solidFill>
                  <a:srgbClr val="0B1220"/>
                </a:solidFill>
                <a:latin typeface="Noto Sans CJK TC"/>
                <a:ea typeface="Noto Sans CJK TC"/>
                <a:cs typeface="Noto Sans CJK TC"/>
              </a:rPr>
              <a:t>B1 Generic：観察・推論・反証も行う</a:t>
            </a:r>
          </a:p>
        </p:txBody>
      </p:sp>
      <p:sp>
        <p:nvSpPr>
          <p:cNvPr id="22" name="">
            <a:extLst xmlns:a="http://schemas.openxmlformats.org/drawingml/2006/main">
              <a:ext uri="{FF2B5EF4-FFF2-40B4-BE49-F238E27FC236}">
                <a16:creationId xmlns:a16="http://schemas.microsoft.com/office/drawing/2014/main" id="{030D6707-6DE9-4CAC-B8EC-7F221292FCDA}"/>
              </a:ext>
            </a:extLst>
          </p:cNvPr>
          <p:cNvSpPr>
            <a:spLocks xmlns:a="http://schemas.openxmlformats.org/drawingml/2006/main" noGrp="1"/>
          </p:cNvSpPr>
          <p:nvPr/>
        </p:nvSpPr>
        <p:spPr>
          <a:xfrm xmlns:a="http://schemas.openxmlformats.org/drawingml/2006/main">
            <a:off x="6667500" y="3905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弱い直接回答を使ってOursを引き立ててはいけない</a:t>
            </a:r>
          </a:p>
        </p:txBody>
      </p:sp>
      <p:sp>
        <p:nvSpPr>
          <p:cNvPr id="23" name="">
            <a:extLst xmlns:a="http://schemas.openxmlformats.org/drawingml/2006/main">
              <a:ext uri="{FF2B5EF4-FFF2-40B4-BE49-F238E27FC236}">
                <a16:creationId xmlns:a16="http://schemas.microsoft.com/office/drawing/2014/main" id="{260D9F23-CFCF-4E3D-8922-B0EB21788896}"/>
              </a:ext>
            </a:extLst>
          </p:cNvPr>
          <p:cNvSpPr>
            <a:spLocks xmlns:a="http://schemas.openxmlformats.org/drawingml/2006/main" noGrp="1"/>
          </p:cNvSpPr>
          <p:nvPr/>
        </p:nvSpPr>
        <p:spPr>
          <a:xfrm xmlns:a="http://schemas.openxmlformats.org/drawingml/2006/main">
            <a:off x="590550" y="44196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4" name="">
            <a:extLst xmlns:a="http://schemas.openxmlformats.org/drawingml/2006/main">
              <a:ext uri="{FF2B5EF4-FFF2-40B4-BE49-F238E27FC236}">
                <a16:creationId xmlns:a16="http://schemas.microsoft.com/office/drawing/2014/main" id="{C3BE29CC-1FD2-4DCF-9BBB-C4B8793FB45D}"/>
              </a:ext>
            </a:extLst>
          </p:cNvPr>
          <p:cNvSpPr>
            <a:spLocks xmlns:a="http://schemas.openxmlformats.org/drawingml/2006/main" noGrp="1"/>
          </p:cNvSpPr>
          <p:nvPr/>
        </p:nvSpPr>
        <p:spPr>
          <a:xfrm xmlns:a="http://schemas.openxmlformats.org/drawingml/2006/main">
            <a:off x="590550" y="46005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7C63D8"/>
                </a:solidFill>
                <a:latin typeface="Noto Sans CJK TC"/>
                <a:ea typeface="Noto Sans CJK TC"/>
                <a:cs typeface="Noto Sans CJK TC"/>
              </a:defRPr>
            </a:pPr>
            <a:r>
              <a:rPr sz="1500" b="1" i="0">
                <a:solidFill>
                  <a:srgbClr val="7C63D8"/>
                </a:solidFill>
                <a:latin typeface="Noto Sans CJK TC"/>
                <a:ea typeface="Noto Sans CJK TC"/>
                <a:cs typeface="Noto Sans CJK TC"/>
              </a:rPr>
              <a:t>テスト内容</a:t>
            </a:r>
          </a:p>
        </p:txBody>
      </p:sp>
      <p:sp>
        <p:nvSpPr>
          <p:cNvPr id="25" name="">
            <a:extLst xmlns:a="http://schemas.openxmlformats.org/drawingml/2006/main">
              <a:ext uri="{FF2B5EF4-FFF2-40B4-BE49-F238E27FC236}">
                <a16:creationId xmlns:a16="http://schemas.microsoft.com/office/drawing/2014/main" id="{7FBA9BFB-1FB1-4794-8B99-76B0B6838345}"/>
              </a:ext>
            </a:extLst>
          </p:cNvPr>
          <p:cNvSpPr>
            <a:spLocks xmlns:a="http://schemas.openxmlformats.org/drawingml/2006/main" noGrp="1"/>
          </p:cNvSpPr>
          <p:nvPr/>
        </p:nvSpPr>
        <p:spPr>
          <a:xfrm xmlns:a="http://schemas.openxmlformats.org/drawingml/2006/main">
            <a:off x="2428875" y="45910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0B1220"/>
                </a:solidFill>
                <a:latin typeface="Noto Sans CJK TC"/>
                <a:ea typeface="Noto Sans CJK TC"/>
                <a:cs typeface="Noto Sans CJK TC"/>
              </a:defRPr>
            </a:pPr>
            <a:r>
              <a:rPr sz="1275" b="0" i="0">
                <a:solidFill>
                  <a:srgbClr val="0B1220"/>
                </a:solidFill>
                <a:latin typeface="Noto Sans CJK TC"/>
                <a:ea typeface="Noto Sans CJK TC"/>
                <a:cs typeface="Noto Sans CJK TC"/>
              </a:rPr>
              <a:t>未使用のPUB T13多肢選択問題300件</a:t>
            </a:r>
          </a:p>
        </p:txBody>
      </p:sp>
      <p:sp>
        <p:nvSpPr>
          <p:cNvPr id="26" name="">
            <a:extLst xmlns:a="http://schemas.openxmlformats.org/drawingml/2006/main">
              <a:ext uri="{FF2B5EF4-FFF2-40B4-BE49-F238E27FC236}">
                <a16:creationId xmlns:a16="http://schemas.microsoft.com/office/drawing/2014/main" id="{34490A00-D906-4985-921D-1FC46BE41C26}"/>
              </a:ext>
            </a:extLst>
          </p:cNvPr>
          <p:cNvSpPr>
            <a:spLocks xmlns:a="http://schemas.openxmlformats.org/drawingml/2006/main" noGrp="1"/>
          </p:cNvSpPr>
          <p:nvPr/>
        </p:nvSpPr>
        <p:spPr>
          <a:xfrm xmlns:a="http://schemas.openxmlformats.org/drawingml/2006/main">
            <a:off x="6667500" y="45910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開発問題の再利用を避け、各問を2条件で対応比較する</a:t>
            </a:r>
          </a:p>
        </p:txBody>
      </p:sp>
      <p:sp>
        <p:nvSpPr>
          <p:cNvPr id="27" name="">
            <a:extLst xmlns:a="http://schemas.openxmlformats.org/drawingml/2006/main">
              <a:ext uri="{FF2B5EF4-FFF2-40B4-BE49-F238E27FC236}">
                <a16:creationId xmlns:a16="http://schemas.microsoft.com/office/drawing/2014/main" id="{EE66A145-7B5F-4287-A3D3-9EC5C0DCAFD1}"/>
              </a:ext>
            </a:extLst>
          </p:cNvPr>
          <p:cNvSpPr>
            <a:spLocks xmlns:a="http://schemas.openxmlformats.org/drawingml/2006/main" noGrp="1"/>
          </p:cNvSpPr>
          <p:nvPr/>
        </p:nvSpPr>
        <p:spPr>
          <a:xfrm xmlns:a="http://schemas.openxmlformats.org/drawingml/2006/main">
            <a:off x="590550" y="51054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8" name="">
            <a:extLst xmlns:a="http://schemas.openxmlformats.org/drawingml/2006/main">
              <a:ext uri="{FF2B5EF4-FFF2-40B4-BE49-F238E27FC236}">
                <a16:creationId xmlns:a16="http://schemas.microsoft.com/office/drawing/2014/main" id="{1B2C6960-95DB-4116-9EF9-43D9FAF07C4B}"/>
              </a:ext>
            </a:extLst>
          </p:cNvPr>
          <p:cNvSpPr>
            <a:spLocks xmlns:a="http://schemas.openxmlformats.org/drawingml/2006/main" noGrp="1"/>
          </p:cNvSpPr>
          <p:nvPr/>
        </p:nvSpPr>
        <p:spPr>
          <a:xfrm xmlns:a="http://schemas.openxmlformats.org/drawingml/2006/main">
            <a:off x="590550" y="528637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D75252"/>
                </a:solidFill>
                <a:latin typeface="Noto Sans CJK TC"/>
                <a:ea typeface="Noto Sans CJK TC"/>
                <a:cs typeface="Noto Sans CJK TC"/>
              </a:defRPr>
            </a:pPr>
            <a:r>
              <a:rPr sz="1500" b="1" i="0">
                <a:solidFill>
                  <a:srgbClr val="D75252"/>
                </a:solidFill>
                <a:latin typeface="Noto Sans CJK TC"/>
                <a:ea typeface="Noto Sans CJK TC"/>
                <a:cs typeface="Noto Sans CJK TC"/>
              </a:rPr>
              <a:t>残る制約</a:t>
            </a:r>
          </a:p>
        </p:txBody>
      </p:sp>
      <p:sp>
        <p:nvSpPr>
          <p:cNvPr id="29" name="">
            <a:extLst xmlns:a="http://schemas.openxmlformats.org/drawingml/2006/main">
              <a:ext uri="{FF2B5EF4-FFF2-40B4-BE49-F238E27FC236}">
                <a16:creationId xmlns:a16="http://schemas.microsoft.com/office/drawing/2014/main" id="{D96853EA-0EAE-460F-8A45-64E643432EB5}"/>
              </a:ext>
            </a:extLst>
          </p:cNvPr>
          <p:cNvSpPr>
            <a:spLocks xmlns:a="http://schemas.openxmlformats.org/drawingml/2006/main" noGrp="1"/>
          </p:cNvSpPr>
          <p:nvPr/>
        </p:nvSpPr>
        <p:spPr>
          <a:xfrm xmlns:a="http://schemas.openxmlformats.org/drawingml/2006/main">
            <a:off x="2428875" y="52768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0B1220"/>
                </a:solidFill>
                <a:latin typeface="Noto Sans CJK TC"/>
                <a:ea typeface="Noto Sans CJK TC"/>
                <a:cs typeface="Noto Sans CJK TC"/>
              </a:defRPr>
            </a:pPr>
            <a:r>
              <a:rPr sz="1275" b="0" i="0">
                <a:solidFill>
                  <a:srgbClr val="0B1220"/>
                </a:solidFill>
                <a:latin typeface="Noto Sans CJK TC"/>
                <a:ea typeface="Noto Sans CJK TC"/>
                <a:cs typeface="Noto Sans CJK TC"/>
              </a:rPr>
              <a:t>Oursの総トークン数はGenericより9.0%多い</a:t>
            </a:r>
          </a:p>
        </p:txBody>
      </p:sp>
      <p:sp>
        <p:nvSpPr>
          <p:cNvPr id="30" name="">
            <a:extLst xmlns:a="http://schemas.openxmlformats.org/drawingml/2006/main">
              <a:ext uri="{FF2B5EF4-FFF2-40B4-BE49-F238E27FC236}">
                <a16:creationId xmlns:a16="http://schemas.microsoft.com/office/drawing/2014/main" id="{AD5FE915-F0A2-4882-84A2-76B0DF983AC7}"/>
              </a:ext>
            </a:extLst>
          </p:cNvPr>
          <p:cNvSpPr>
            <a:spLocks xmlns:a="http://schemas.openxmlformats.org/drawingml/2006/main" noGrp="1"/>
          </p:cNvSpPr>
          <p:nvPr/>
        </p:nvSpPr>
        <p:spPr>
          <a:xfrm xmlns:a="http://schemas.openxmlformats.org/drawingml/2006/main">
            <a:off x="6667500" y="52768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68"/>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結果に「計算量増加」の効果を含む可能性があり、次はトークン数を一致させる</a:t>
            </a:r>
          </a:p>
        </p:txBody>
      </p:sp>
      <p:sp>
        <p:nvSpPr>
          <p:cNvPr id="31" name="">
            <a:extLst xmlns:a="http://schemas.openxmlformats.org/drawingml/2006/main">
              <a:ext uri="{FF2B5EF4-FFF2-40B4-BE49-F238E27FC236}">
                <a16:creationId xmlns:a16="http://schemas.microsoft.com/office/drawing/2014/main" id="{309C5D74-126E-4E4A-8C31-F9A65A80AE5E}"/>
              </a:ext>
            </a:extLst>
          </p:cNvPr>
          <p:cNvSpPr>
            <a:spLocks xmlns:a="http://schemas.openxmlformats.org/drawingml/2006/main" noGrp="1"/>
          </p:cNvSpPr>
          <p:nvPr/>
        </p:nvSpPr>
        <p:spPr>
          <a:xfrm xmlns:a="http://schemas.openxmlformats.org/drawingml/2006/main">
            <a:off x="590550" y="5791200"/>
            <a:ext cx="1083945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32" name="">
            <a:extLst xmlns:a="http://schemas.openxmlformats.org/drawingml/2006/main">
              <a:ext uri="{FF2B5EF4-FFF2-40B4-BE49-F238E27FC236}">
                <a16:creationId xmlns:a16="http://schemas.microsoft.com/office/drawing/2014/main" id="{F3EFB9C2-C5DD-4634-8D14-E6C69513C730}"/>
              </a:ext>
            </a:extLst>
          </p:cNvPr>
          <p:cNvSpPr>
            <a:spLocks xmlns:a="http://schemas.openxmlformats.org/drawingml/2006/main" noGrp="1"/>
          </p:cNvSpPr>
          <p:nvPr/>
        </p:nvSpPr>
        <p:spPr>
          <a:xfrm xmlns:a="http://schemas.openxmlformats.org/drawingml/2006/main">
            <a:off x="590550" y="6057900"/>
            <a:ext cx="1083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問うのは「どのモデルが強いか」ではなく、「同一モデルに語用分解を加えると指示語問題に強くなるか」である。</a:t>
            </a:r>
          </a:p>
        </p:txBody>
      </p:sp>
    </p:spTree>
    <p:extLst>
      <p:ext uri="{BB962C8B-B14F-4D97-AF65-F5344CB8AC3E}">
        <p14:creationId xmlns:p14="http://schemas.microsoft.com/office/powerpoint/2010/main" val="1395509857"/>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F6C7F44-10C5-406C-A1D6-6B50DF9EF3C6}"/>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一般的熟考と語用器官の比較</a:t>
            </a:r>
          </a:p>
        </p:txBody>
      </p:sp>
      <p:sp>
        <p:nvSpPr>
          <p:cNvPr id="2" name="">
            <a:extLst xmlns:a="http://schemas.openxmlformats.org/drawingml/2006/main">
              <a:ext uri="{FF2B5EF4-FFF2-40B4-BE49-F238E27FC236}">
                <a16:creationId xmlns:a16="http://schemas.microsoft.com/office/drawing/2014/main" id="{E3CEDBC4-A354-4234-9447-288E79E1F1BE}"/>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同一モデル・同一問題で、左脳の「理解手順」だけを替える</a:t>
            </a:r>
          </a:p>
        </p:txBody>
      </p:sp>
      <p:sp>
        <p:nvSpPr>
          <p:cNvPr id="3" name="">
            <a:extLst xmlns:a="http://schemas.openxmlformats.org/drawingml/2006/main">
              <a:ext uri="{FF2B5EF4-FFF2-40B4-BE49-F238E27FC236}">
                <a16:creationId xmlns:a16="http://schemas.microsoft.com/office/drawing/2014/main" id="{9459D81C-E052-4564-AAB4-B031FBFEF835}"/>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100BADB8-E21B-41DA-86E2-21FD74E88604}"/>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14</a:t>
            </a:r>
          </a:p>
        </p:txBody>
      </p:sp>
      <p:sp>
        <p:nvSpPr>
          <p:cNvPr id="5" name="">
            <a:extLst xmlns:a="http://schemas.openxmlformats.org/drawingml/2006/main">
              <a:ext uri="{FF2B5EF4-FFF2-40B4-BE49-F238E27FC236}">
                <a16:creationId xmlns:a16="http://schemas.microsoft.com/office/drawing/2014/main" id="{A15F6319-C241-4469-BA93-FE787C4373C1}"/>
              </a:ext>
            </a:extLst>
          </p:cNvPr>
          <p:cNvSpPr>
            <a:spLocks xmlns:a="http://schemas.openxmlformats.org/drawingml/2006/main" noGrp="1"/>
          </p:cNvSpPr>
          <p:nvPr/>
        </p:nvSpPr>
        <p:spPr>
          <a:xfrm xmlns:a="http://schemas.openxmlformats.org/drawingml/2006/main">
            <a:off x="723900" y="1333500"/>
            <a:ext cx="10744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CE2EA"/>
            </a:solidFill>
            <a:prstDash val="solid"/>
          </a:ln>
        </p:spPr>
      </p:sp>
      <p:sp>
        <p:nvSpPr>
          <p:cNvPr id="6" name="">
            <a:extLst xmlns:a="http://schemas.openxmlformats.org/drawingml/2006/main">
              <a:ext uri="{FF2B5EF4-FFF2-40B4-BE49-F238E27FC236}">
                <a16:creationId xmlns:a16="http://schemas.microsoft.com/office/drawing/2014/main" id="{5FFE15F0-4240-4E43-A9F4-29FB1E1048ED}"/>
              </a:ext>
            </a:extLst>
          </p:cNvPr>
          <p:cNvSpPr>
            <a:spLocks xmlns:a="http://schemas.openxmlformats.org/drawingml/2006/main" noGrp="1"/>
          </p:cNvSpPr>
          <p:nvPr/>
        </p:nvSpPr>
        <p:spPr>
          <a:xfrm xmlns:a="http://schemas.openxmlformats.org/drawingml/2006/main">
            <a:off x="895350" y="1495425"/>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75" b="1" i="0">
                <a:solidFill>
                  <a:srgbClr val="0B1220"/>
                </a:solidFill>
                <a:latin typeface="Noto Sans CJK TC"/>
                <a:ea typeface="Noto Sans CJK TC"/>
                <a:cs typeface="Noto Sans CJK TC"/>
              </a:defRPr>
            </a:pPr>
            <a:r>
              <a:rPr sz="1275" b="1" i="0">
                <a:solidFill>
                  <a:srgbClr val="0B1220"/>
                </a:solidFill>
                <a:latin typeface="Noto Sans CJK TC"/>
                <a:ea typeface="Noto Sans CJK TC"/>
                <a:cs typeface="Noto Sans CJK TC"/>
              </a:rPr>
              <a:t>PUBが提供するのは問題と解答のみ｜2つの手順は本研究で構築｜モデルは両方ともqwen3.5:9b</a:t>
            </a:r>
          </a:p>
        </p:txBody>
      </p:sp>
      <p:sp>
        <p:nvSpPr>
          <p:cNvPr id="7" name="">
            <a:extLst xmlns:a="http://schemas.openxmlformats.org/drawingml/2006/main">
              <a:ext uri="{FF2B5EF4-FFF2-40B4-BE49-F238E27FC236}">
                <a16:creationId xmlns:a16="http://schemas.microsoft.com/office/drawing/2014/main" id="{D9E0C549-52BF-4954-85C4-93FC729B6462}"/>
              </a:ext>
            </a:extLst>
          </p:cNvPr>
          <p:cNvSpPr>
            <a:spLocks xmlns:a="http://schemas.openxmlformats.org/drawingml/2006/main" noGrp="1"/>
          </p:cNvSpPr>
          <p:nvPr/>
        </p:nvSpPr>
        <p:spPr>
          <a:xfrm xmlns:a="http://schemas.openxmlformats.org/drawingml/2006/main">
            <a:off x="552450" y="2171700"/>
            <a:ext cx="5048250" cy="3105150"/>
          </a:xfrm>
          <a:prstGeom xmlns:a="http://schemas.openxmlformats.org/drawingml/2006/main" prst="roundRect">
            <a:avLst>
              <a:gd name="adj" fmla="val 4908"/>
            </a:avLst>
          </a:prstGeom>
          <a:solidFill xmlns:a="http://schemas.openxmlformats.org/drawingml/2006/main">
            <a:srgbClr val="FFF5DD"/>
          </a:solidFill>
          <a:ln xmlns:a="http://schemas.openxmlformats.org/drawingml/2006/main" w="9525">
            <a:solidFill>
              <a:srgbClr val="E6CA88"/>
            </a:solidFill>
            <a:prstDash val="solid"/>
          </a:ln>
        </p:spPr>
      </p:sp>
      <p:sp>
        <p:nvSpPr>
          <p:cNvPr id="8" name="">
            <a:extLst xmlns:a="http://schemas.openxmlformats.org/drawingml/2006/main">
              <a:ext uri="{FF2B5EF4-FFF2-40B4-BE49-F238E27FC236}">
                <a16:creationId xmlns:a16="http://schemas.microsoft.com/office/drawing/2014/main" id="{ADC74877-F62B-4AED-A79E-E35CCE49869D}"/>
              </a:ext>
            </a:extLst>
          </p:cNvPr>
          <p:cNvSpPr>
            <a:spLocks xmlns:a="http://schemas.openxmlformats.org/drawingml/2006/main" noGrp="1"/>
          </p:cNvSpPr>
          <p:nvPr/>
        </p:nvSpPr>
        <p:spPr>
          <a:xfrm xmlns:a="http://schemas.openxmlformats.org/drawingml/2006/main">
            <a:off x="857250" y="23812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16000"/>
              </a:lnSpc>
              <a:buNone/>
              <a:defRPr sz="1950" b="1" i="0">
                <a:solidFill>
                  <a:srgbClr val="E5A72D"/>
                </a:solidFill>
                <a:latin typeface="Noto Sans CJK TC"/>
                <a:ea typeface="Noto Sans CJK TC"/>
                <a:cs typeface="Noto Sans CJK TC"/>
              </a:defRPr>
            </a:pPr>
            <a:r>
              <a:rPr sz="1950" b="1" i="0">
                <a:solidFill>
                  <a:srgbClr val="E5A72D"/>
                </a:solidFill>
                <a:latin typeface="Noto Sans CJK TC"/>
                <a:ea typeface="Noto Sans CJK TC"/>
                <a:cs typeface="Noto Sans CJK TC"/>
              </a:rPr>
              <a:t>一般的熟考 B1 Generic</a:t>
            </a:r>
          </a:p>
        </p:txBody>
      </p:sp>
      <p:sp>
        <p:nvSpPr>
          <p:cNvPr id="9" name="">
            <a:extLst xmlns:a="http://schemas.openxmlformats.org/drawingml/2006/main">
              <a:ext uri="{FF2B5EF4-FFF2-40B4-BE49-F238E27FC236}">
                <a16:creationId xmlns:a16="http://schemas.microsoft.com/office/drawing/2014/main" id="{E5A7557F-22D8-4DFC-B97F-DA995FDEE04C}"/>
              </a:ext>
            </a:extLst>
          </p:cNvPr>
          <p:cNvSpPr>
            <a:spLocks xmlns:a="http://schemas.openxmlformats.org/drawingml/2006/main" noGrp="1"/>
          </p:cNvSpPr>
          <p:nvPr/>
        </p:nvSpPr>
        <p:spPr>
          <a:xfrm xmlns:a="http://schemas.openxmlformats.org/drawingml/2006/main">
            <a:off x="857250" y="28003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一般的熟考も強い：事実・推論・反証・不確実性を経て回答</a:t>
            </a:r>
          </a:p>
        </p:txBody>
      </p:sp>
      <p:sp>
        <p:nvSpPr>
          <p:cNvPr id="10" name="">
            <a:extLst xmlns:a="http://schemas.openxmlformats.org/drawingml/2006/main">
              <a:ext uri="{FF2B5EF4-FFF2-40B4-BE49-F238E27FC236}">
                <a16:creationId xmlns:a16="http://schemas.microsoft.com/office/drawing/2014/main" id="{D0A37DD2-7499-4B7D-A561-CC24B2A1C410}"/>
              </a:ext>
            </a:extLst>
          </p:cNvPr>
          <p:cNvSpPr>
            <a:spLocks xmlns:a="http://schemas.openxmlformats.org/drawingml/2006/main" noGrp="1"/>
          </p:cNvSpPr>
          <p:nvPr/>
        </p:nvSpPr>
        <p:spPr>
          <a:xfrm xmlns:a="http://schemas.openxmlformats.org/drawingml/2006/main">
            <a:off x="857250" y="3181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E5A72D"/>
                </a:solidFill>
                <a:latin typeface="Noto Sans CJK TC"/>
                <a:ea typeface="Noto Sans CJK TC"/>
                <a:cs typeface="Noto Sans CJK TC"/>
              </a:defRPr>
            </a:pPr>
            <a:r>
              <a:rPr sz="1200" b="1" i="0">
                <a:solidFill>
                  <a:srgbClr val="E5A72D"/>
                </a:solidFill>
                <a:latin typeface="Noto Sans CJK TC"/>
                <a:ea typeface="Noto Sans CJK TC"/>
                <a:cs typeface="Noto Sans CJK TC"/>
              </a:rPr>
              <a:t>1 観察事項 →</a:t>
            </a:r>
          </a:p>
        </p:txBody>
      </p:sp>
      <p:sp>
        <p:nvSpPr>
          <p:cNvPr id="11" name="">
            <a:extLst xmlns:a="http://schemas.openxmlformats.org/drawingml/2006/main">
              <a:ext uri="{FF2B5EF4-FFF2-40B4-BE49-F238E27FC236}">
                <a16:creationId xmlns:a16="http://schemas.microsoft.com/office/drawing/2014/main" id="{DE5A0827-8E28-4F14-88BC-09711CCB7E3F}"/>
              </a:ext>
            </a:extLst>
          </p:cNvPr>
          <p:cNvSpPr>
            <a:spLocks xmlns:a="http://schemas.openxmlformats.org/drawingml/2006/main" noGrp="1"/>
          </p:cNvSpPr>
          <p:nvPr/>
        </p:nvSpPr>
        <p:spPr>
          <a:xfrm xmlns:a="http://schemas.openxmlformats.org/drawingml/2006/main">
            <a:off x="3067050" y="3181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見えている事実を列挙</a:t>
            </a:r>
          </a:p>
        </p:txBody>
      </p:sp>
      <p:sp>
        <p:nvSpPr>
          <p:cNvPr id="12" name="">
            <a:extLst xmlns:a="http://schemas.openxmlformats.org/drawingml/2006/main">
              <a:ext uri="{FF2B5EF4-FFF2-40B4-BE49-F238E27FC236}">
                <a16:creationId xmlns:a16="http://schemas.microsoft.com/office/drawing/2014/main" id="{BFD947DB-6908-479E-9D06-846C303470CD}"/>
              </a:ext>
            </a:extLst>
          </p:cNvPr>
          <p:cNvSpPr>
            <a:spLocks xmlns:a="http://schemas.openxmlformats.org/drawingml/2006/main" noGrp="1"/>
          </p:cNvSpPr>
          <p:nvPr/>
        </p:nvSpPr>
        <p:spPr>
          <a:xfrm xmlns:a="http://schemas.openxmlformats.org/drawingml/2006/main">
            <a:off x="857250" y="3543300"/>
            <a:ext cx="4095750" cy="9525"/>
          </a:xfrm>
          <a:prstGeom xmlns:a="http://schemas.openxmlformats.org/drawingml/2006/main" prst="rect">
            <a:avLst/>
          </a:prstGeom>
          <a:solidFill xmlns:a="http://schemas.openxmlformats.org/drawingml/2006/main">
            <a:srgbClr val="EAD49E"/>
          </a:solidFill>
          <a:ln xmlns:a="http://schemas.openxmlformats.org/drawingml/2006/main" w="0">
            <a:solidFill>
              <a:srgbClr val="EAD49E"/>
            </a:solidFill>
            <a:prstDash val="solid"/>
          </a:ln>
        </p:spPr>
      </p:sp>
      <p:sp>
        <p:nvSpPr>
          <p:cNvPr id="13" name="">
            <a:extLst xmlns:a="http://schemas.openxmlformats.org/drawingml/2006/main">
              <a:ext uri="{FF2B5EF4-FFF2-40B4-BE49-F238E27FC236}">
                <a16:creationId xmlns:a16="http://schemas.microsoft.com/office/drawing/2014/main" id="{F6BC2F6E-EF3B-4B4B-AD3A-C9A44B6ACB93}"/>
              </a:ext>
            </a:extLst>
          </p:cNvPr>
          <p:cNvSpPr>
            <a:spLocks xmlns:a="http://schemas.openxmlformats.org/drawingml/2006/main" noGrp="1"/>
          </p:cNvSpPr>
          <p:nvPr/>
        </p:nvSpPr>
        <p:spPr>
          <a:xfrm xmlns:a="http://schemas.openxmlformats.org/drawingml/2006/main">
            <a:off x="857250" y="3562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E5A72D"/>
                </a:solidFill>
                <a:latin typeface="Noto Sans CJK TC"/>
                <a:ea typeface="Noto Sans CJK TC"/>
                <a:cs typeface="Noto Sans CJK TC"/>
              </a:defRPr>
            </a:pPr>
            <a:r>
              <a:rPr sz="1200" b="1" i="0">
                <a:solidFill>
                  <a:srgbClr val="E5A72D"/>
                </a:solidFill>
                <a:latin typeface="Noto Sans CJK TC"/>
                <a:ea typeface="Noto Sans CJK TC"/>
                <a:cs typeface="Noto Sans CJK TC"/>
              </a:rPr>
              <a:t>2 推論 × 2 →</a:t>
            </a:r>
          </a:p>
        </p:txBody>
      </p:sp>
      <p:sp>
        <p:nvSpPr>
          <p:cNvPr id="14" name="">
            <a:extLst xmlns:a="http://schemas.openxmlformats.org/drawingml/2006/main">
              <a:ext uri="{FF2B5EF4-FFF2-40B4-BE49-F238E27FC236}">
                <a16:creationId xmlns:a16="http://schemas.microsoft.com/office/drawing/2014/main" id="{83242E68-B496-4D0E-A984-964552BBB467}"/>
              </a:ext>
            </a:extLst>
          </p:cNvPr>
          <p:cNvSpPr>
            <a:spLocks xmlns:a="http://schemas.openxmlformats.org/drawingml/2006/main" noGrp="1"/>
          </p:cNvSpPr>
          <p:nvPr/>
        </p:nvSpPr>
        <p:spPr>
          <a:xfrm xmlns:a="http://schemas.openxmlformats.org/drawingml/2006/main">
            <a:off x="3067050" y="3562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自由な段階的推論</a:t>
            </a:r>
          </a:p>
        </p:txBody>
      </p:sp>
      <p:sp>
        <p:nvSpPr>
          <p:cNvPr id="15" name="">
            <a:extLst xmlns:a="http://schemas.openxmlformats.org/drawingml/2006/main">
              <a:ext uri="{FF2B5EF4-FFF2-40B4-BE49-F238E27FC236}">
                <a16:creationId xmlns:a16="http://schemas.microsoft.com/office/drawing/2014/main" id="{A5E0304A-4203-4533-9D22-FF63D9EC133A}"/>
              </a:ext>
            </a:extLst>
          </p:cNvPr>
          <p:cNvSpPr>
            <a:spLocks xmlns:a="http://schemas.openxmlformats.org/drawingml/2006/main" noGrp="1"/>
          </p:cNvSpPr>
          <p:nvPr/>
        </p:nvSpPr>
        <p:spPr>
          <a:xfrm xmlns:a="http://schemas.openxmlformats.org/drawingml/2006/main">
            <a:off x="857250" y="3924300"/>
            <a:ext cx="4095750" cy="9525"/>
          </a:xfrm>
          <a:prstGeom xmlns:a="http://schemas.openxmlformats.org/drawingml/2006/main" prst="rect">
            <a:avLst/>
          </a:prstGeom>
          <a:solidFill xmlns:a="http://schemas.openxmlformats.org/drawingml/2006/main">
            <a:srgbClr val="EAD49E"/>
          </a:solidFill>
          <a:ln xmlns:a="http://schemas.openxmlformats.org/drawingml/2006/main" w="0">
            <a:solidFill>
              <a:srgbClr val="EAD49E"/>
            </a:solidFill>
            <a:prstDash val="solid"/>
          </a:ln>
        </p:spPr>
      </p:sp>
      <p:sp>
        <p:nvSpPr>
          <p:cNvPr id="16" name="">
            <a:extLst xmlns:a="http://schemas.openxmlformats.org/drawingml/2006/main">
              <a:ext uri="{FF2B5EF4-FFF2-40B4-BE49-F238E27FC236}">
                <a16:creationId xmlns:a16="http://schemas.microsoft.com/office/drawing/2014/main" id="{CDFA3B7C-75F6-4426-9D14-E1AD4C03B752}"/>
              </a:ext>
            </a:extLst>
          </p:cNvPr>
          <p:cNvSpPr>
            <a:spLocks xmlns:a="http://schemas.openxmlformats.org/drawingml/2006/main" noGrp="1"/>
          </p:cNvSpPr>
          <p:nvPr/>
        </p:nvSpPr>
        <p:spPr>
          <a:xfrm xmlns:a="http://schemas.openxmlformats.org/drawingml/2006/main">
            <a:off x="857250" y="3943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E5A72D"/>
                </a:solidFill>
                <a:latin typeface="Noto Sans CJK TC"/>
                <a:ea typeface="Noto Sans CJK TC"/>
                <a:cs typeface="Noto Sans CJK TC"/>
              </a:defRPr>
            </a:pPr>
            <a:r>
              <a:rPr sz="1200" b="1" i="0">
                <a:solidFill>
                  <a:srgbClr val="E5A72D"/>
                </a:solidFill>
                <a:latin typeface="Noto Sans CJK TC"/>
                <a:ea typeface="Noto Sans CJK TC"/>
                <a:cs typeface="Noto Sans CJK TC"/>
              </a:rPr>
              <a:t>3 反証 →</a:t>
            </a:r>
          </a:p>
        </p:txBody>
      </p:sp>
      <p:sp>
        <p:nvSpPr>
          <p:cNvPr id="17" name="">
            <a:extLst xmlns:a="http://schemas.openxmlformats.org/drawingml/2006/main">
              <a:ext uri="{FF2B5EF4-FFF2-40B4-BE49-F238E27FC236}">
                <a16:creationId xmlns:a16="http://schemas.microsoft.com/office/drawing/2014/main" id="{5CAE1C9F-D068-4DA2-8124-9D9DD10D4952}"/>
              </a:ext>
            </a:extLst>
          </p:cNvPr>
          <p:cNvSpPr>
            <a:spLocks xmlns:a="http://schemas.openxmlformats.org/drawingml/2006/main" noGrp="1"/>
          </p:cNvSpPr>
          <p:nvPr/>
        </p:nvSpPr>
        <p:spPr>
          <a:xfrm xmlns:a="http://schemas.openxmlformats.org/drawingml/2006/main">
            <a:off x="3067050" y="3943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反例を一つ探す</a:t>
            </a:r>
          </a:p>
        </p:txBody>
      </p:sp>
      <p:sp>
        <p:nvSpPr>
          <p:cNvPr id="18" name="">
            <a:extLst xmlns:a="http://schemas.openxmlformats.org/drawingml/2006/main">
              <a:ext uri="{FF2B5EF4-FFF2-40B4-BE49-F238E27FC236}">
                <a16:creationId xmlns:a16="http://schemas.microsoft.com/office/drawing/2014/main" id="{FD353DE9-4896-4CA9-95B8-D70066485582}"/>
              </a:ext>
            </a:extLst>
          </p:cNvPr>
          <p:cNvSpPr>
            <a:spLocks xmlns:a="http://schemas.openxmlformats.org/drawingml/2006/main" noGrp="1"/>
          </p:cNvSpPr>
          <p:nvPr/>
        </p:nvSpPr>
        <p:spPr>
          <a:xfrm xmlns:a="http://schemas.openxmlformats.org/drawingml/2006/main">
            <a:off x="857250" y="4305300"/>
            <a:ext cx="4095750" cy="9525"/>
          </a:xfrm>
          <a:prstGeom xmlns:a="http://schemas.openxmlformats.org/drawingml/2006/main" prst="rect">
            <a:avLst/>
          </a:prstGeom>
          <a:solidFill xmlns:a="http://schemas.openxmlformats.org/drawingml/2006/main">
            <a:srgbClr val="EAD49E"/>
          </a:solidFill>
          <a:ln xmlns:a="http://schemas.openxmlformats.org/drawingml/2006/main" w="0">
            <a:solidFill>
              <a:srgbClr val="EAD49E"/>
            </a:solidFill>
            <a:prstDash val="solid"/>
          </a:ln>
        </p:spPr>
      </p:sp>
      <p:sp>
        <p:nvSpPr>
          <p:cNvPr id="19" name="">
            <a:extLst xmlns:a="http://schemas.openxmlformats.org/drawingml/2006/main">
              <a:ext uri="{FF2B5EF4-FFF2-40B4-BE49-F238E27FC236}">
                <a16:creationId xmlns:a16="http://schemas.microsoft.com/office/drawing/2014/main" id="{E5FBCFFD-4BD9-4E11-BF6C-6EC781A86559}"/>
              </a:ext>
            </a:extLst>
          </p:cNvPr>
          <p:cNvSpPr>
            <a:spLocks xmlns:a="http://schemas.openxmlformats.org/drawingml/2006/main" noGrp="1"/>
          </p:cNvSpPr>
          <p:nvPr/>
        </p:nvSpPr>
        <p:spPr>
          <a:xfrm xmlns:a="http://schemas.openxmlformats.org/drawingml/2006/main">
            <a:off x="857250" y="4324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E5A72D"/>
                </a:solidFill>
                <a:latin typeface="Noto Sans CJK TC"/>
                <a:ea typeface="Noto Sans CJK TC"/>
                <a:cs typeface="Noto Sans CJK TC"/>
              </a:defRPr>
            </a:pPr>
            <a:r>
              <a:rPr sz="1200" b="1" i="0">
                <a:solidFill>
                  <a:srgbClr val="E5A72D"/>
                </a:solidFill>
                <a:latin typeface="Noto Sans CJK TC"/>
                <a:ea typeface="Noto Sans CJK TC"/>
                <a:cs typeface="Noto Sans CJK TC"/>
              </a:rPr>
              <a:t>4 不確実性 →</a:t>
            </a:r>
          </a:p>
        </p:txBody>
      </p:sp>
      <p:sp>
        <p:nvSpPr>
          <p:cNvPr id="20" name="">
            <a:extLst xmlns:a="http://schemas.openxmlformats.org/drawingml/2006/main">
              <a:ext uri="{FF2B5EF4-FFF2-40B4-BE49-F238E27FC236}">
                <a16:creationId xmlns:a16="http://schemas.microsoft.com/office/drawing/2014/main" id="{1E17BC4E-D5C6-4D9E-8979-BD2C75F881DD}"/>
              </a:ext>
            </a:extLst>
          </p:cNvPr>
          <p:cNvSpPr>
            <a:spLocks xmlns:a="http://schemas.openxmlformats.org/drawingml/2006/main" noGrp="1"/>
          </p:cNvSpPr>
          <p:nvPr/>
        </p:nvSpPr>
        <p:spPr>
          <a:xfrm xmlns:a="http://schemas.openxmlformats.org/drawingml/2006/main">
            <a:off x="3067050" y="4324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不確かな点を示す</a:t>
            </a:r>
          </a:p>
        </p:txBody>
      </p:sp>
      <p:sp>
        <p:nvSpPr>
          <p:cNvPr id="21" name="">
            <a:extLst xmlns:a="http://schemas.openxmlformats.org/drawingml/2006/main">
              <a:ext uri="{FF2B5EF4-FFF2-40B4-BE49-F238E27FC236}">
                <a16:creationId xmlns:a16="http://schemas.microsoft.com/office/drawing/2014/main" id="{D14E403B-91B1-4C85-B215-F64FB87C2A98}"/>
              </a:ext>
            </a:extLst>
          </p:cNvPr>
          <p:cNvSpPr>
            <a:spLocks xmlns:a="http://schemas.openxmlformats.org/drawingml/2006/main" noGrp="1"/>
          </p:cNvSpPr>
          <p:nvPr/>
        </p:nvSpPr>
        <p:spPr>
          <a:xfrm xmlns:a="http://schemas.openxmlformats.org/drawingml/2006/main">
            <a:off x="857250" y="4686300"/>
            <a:ext cx="4095750" cy="9525"/>
          </a:xfrm>
          <a:prstGeom xmlns:a="http://schemas.openxmlformats.org/drawingml/2006/main" prst="rect">
            <a:avLst/>
          </a:prstGeom>
          <a:solidFill xmlns:a="http://schemas.openxmlformats.org/drawingml/2006/main">
            <a:srgbClr val="EAD49E"/>
          </a:solidFill>
          <a:ln xmlns:a="http://schemas.openxmlformats.org/drawingml/2006/main" w="0">
            <a:solidFill>
              <a:srgbClr val="EAD49E"/>
            </a:solidFill>
            <a:prstDash val="solid"/>
          </a:ln>
        </p:spPr>
      </p:sp>
      <p:sp>
        <p:nvSpPr>
          <p:cNvPr id="22" name="">
            <a:extLst xmlns:a="http://schemas.openxmlformats.org/drawingml/2006/main">
              <a:ext uri="{FF2B5EF4-FFF2-40B4-BE49-F238E27FC236}">
                <a16:creationId xmlns:a16="http://schemas.microsoft.com/office/drawing/2014/main" id="{4C122BDF-FF75-4843-9180-E683DB85E88A}"/>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E5A72D"/>
                </a:solidFill>
                <a:latin typeface="Noto Sans CJK TC"/>
                <a:ea typeface="Noto Sans CJK TC"/>
                <a:cs typeface="Noto Sans CJK TC"/>
              </a:defRPr>
            </a:pPr>
            <a:r>
              <a:rPr sz="1200" b="1" i="0">
                <a:solidFill>
                  <a:srgbClr val="E5A72D"/>
                </a:solidFill>
                <a:latin typeface="Noto Sans CJK TC"/>
                <a:ea typeface="Noto Sans CJK TC"/>
                <a:cs typeface="Noto Sans CJK TC"/>
              </a:rPr>
              <a:t>5 解答への対応付け</a:t>
            </a:r>
          </a:p>
        </p:txBody>
      </p:sp>
      <p:sp>
        <p:nvSpPr>
          <p:cNvPr id="23" name="">
            <a:extLst xmlns:a="http://schemas.openxmlformats.org/drawingml/2006/main">
              <a:ext uri="{FF2B5EF4-FFF2-40B4-BE49-F238E27FC236}">
                <a16:creationId xmlns:a16="http://schemas.microsoft.com/office/drawing/2014/main" id="{65ACB097-5FFC-4FD1-A7E6-7109A54CBE1F}"/>
              </a:ext>
            </a:extLst>
          </p:cNvPr>
          <p:cNvSpPr>
            <a:spLocks xmlns:a="http://schemas.openxmlformats.org/drawingml/2006/main" noGrp="1"/>
          </p:cNvSpPr>
          <p:nvPr/>
        </p:nvSpPr>
        <p:spPr>
          <a:xfrm xmlns:a="http://schemas.openxmlformats.org/drawingml/2006/main">
            <a:off x="3067050" y="4705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推論を選択肢に対応付ける</a:t>
            </a:r>
          </a:p>
        </p:txBody>
      </p:sp>
      <p:sp>
        <p:nvSpPr>
          <p:cNvPr id="24" name="">
            <a:extLst xmlns:a="http://schemas.openxmlformats.org/drawingml/2006/main">
              <a:ext uri="{FF2B5EF4-FFF2-40B4-BE49-F238E27FC236}">
                <a16:creationId xmlns:a16="http://schemas.microsoft.com/office/drawing/2014/main" id="{68AD0A33-4DFF-4FE7-8F09-E8EED944C899}"/>
              </a:ext>
            </a:extLst>
          </p:cNvPr>
          <p:cNvSpPr>
            <a:spLocks xmlns:a="http://schemas.openxmlformats.org/drawingml/2006/main" noGrp="1"/>
          </p:cNvSpPr>
          <p:nvPr/>
        </p:nvSpPr>
        <p:spPr>
          <a:xfrm xmlns:a="http://schemas.openxmlformats.org/drawingml/2006/main">
            <a:off x="857250" y="5067300"/>
            <a:ext cx="4095750" cy="9525"/>
          </a:xfrm>
          <a:prstGeom xmlns:a="http://schemas.openxmlformats.org/drawingml/2006/main" prst="rect">
            <a:avLst/>
          </a:prstGeom>
          <a:solidFill xmlns:a="http://schemas.openxmlformats.org/drawingml/2006/main">
            <a:srgbClr val="EAD49E"/>
          </a:solidFill>
          <a:ln xmlns:a="http://schemas.openxmlformats.org/drawingml/2006/main" w="0">
            <a:solidFill>
              <a:srgbClr val="EAD49E"/>
            </a:solidFill>
            <a:prstDash val="solid"/>
          </a:ln>
        </p:spPr>
      </p:sp>
      <p:sp>
        <p:nvSpPr>
          <p:cNvPr id="25" name="">
            <a:extLst xmlns:a="http://schemas.openxmlformats.org/drawingml/2006/main">
              <a:ext uri="{FF2B5EF4-FFF2-40B4-BE49-F238E27FC236}">
                <a16:creationId xmlns:a16="http://schemas.microsoft.com/office/drawing/2014/main" id="{04B912DD-889A-4E4C-844C-0CC1D2A2C437}"/>
              </a:ext>
            </a:extLst>
          </p:cNvPr>
          <p:cNvSpPr>
            <a:spLocks xmlns:a="http://schemas.openxmlformats.org/drawingml/2006/main" noGrp="1"/>
          </p:cNvSpPr>
          <p:nvPr/>
        </p:nvSpPr>
        <p:spPr>
          <a:xfrm xmlns:a="http://schemas.openxmlformats.org/drawingml/2006/main">
            <a:off x="6591300" y="2171700"/>
            <a:ext cx="5048250" cy="3105150"/>
          </a:xfrm>
          <a:prstGeom xmlns:a="http://schemas.openxmlformats.org/drawingml/2006/main" prst="roundRect">
            <a:avLst>
              <a:gd name="adj" fmla="val 4908"/>
            </a:avLst>
          </a:prstGeom>
          <a:solidFill xmlns:a="http://schemas.openxmlformats.org/drawingml/2006/main">
            <a:srgbClr val="EAF5FB"/>
          </a:solidFill>
          <a:ln xmlns:a="http://schemas.openxmlformats.org/drawingml/2006/main" w="9525">
            <a:solidFill>
              <a:srgbClr val="BBDDF1"/>
            </a:solidFill>
            <a:prstDash val="solid"/>
          </a:ln>
        </p:spPr>
      </p:sp>
      <p:sp>
        <p:nvSpPr>
          <p:cNvPr id="26" name="">
            <a:extLst xmlns:a="http://schemas.openxmlformats.org/drawingml/2006/main">
              <a:ext uri="{FF2B5EF4-FFF2-40B4-BE49-F238E27FC236}">
                <a16:creationId xmlns:a16="http://schemas.microsoft.com/office/drawing/2014/main" id="{711D1EAA-997B-4E57-98A7-2711B6D9958F}"/>
              </a:ext>
            </a:extLst>
          </p:cNvPr>
          <p:cNvSpPr>
            <a:spLocks xmlns:a="http://schemas.openxmlformats.org/drawingml/2006/main" noGrp="1"/>
          </p:cNvSpPr>
          <p:nvPr/>
        </p:nvSpPr>
        <p:spPr>
          <a:xfrm xmlns:a="http://schemas.openxmlformats.org/drawingml/2006/main">
            <a:off x="6896100" y="23812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16000"/>
              </a:lnSpc>
              <a:buNone/>
              <a:defRPr sz="1950" b="1" i="0">
                <a:solidFill>
                  <a:srgbClr val="3D8DFF"/>
                </a:solidFill>
                <a:latin typeface="Noto Sans CJK TC"/>
                <a:ea typeface="Noto Sans CJK TC"/>
                <a:cs typeface="Noto Sans CJK TC"/>
              </a:defRPr>
            </a:pPr>
            <a:r>
              <a:rPr sz="1950" b="1" i="0">
                <a:solidFill>
                  <a:srgbClr val="3D8DFF"/>
                </a:solidFill>
                <a:latin typeface="Noto Sans CJK TC"/>
                <a:ea typeface="Noto Sans CJK TC"/>
                <a:cs typeface="Noto Sans CJK TC"/>
              </a:rPr>
              <a:t>語用分解 Ours</a:t>
            </a:r>
          </a:p>
        </p:txBody>
      </p:sp>
      <p:sp>
        <p:nvSpPr>
          <p:cNvPr id="27" name="">
            <a:extLst xmlns:a="http://schemas.openxmlformats.org/drawingml/2006/main">
              <a:ext uri="{FF2B5EF4-FFF2-40B4-BE49-F238E27FC236}">
                <a16:creationId xmlns:a16="http://schemas.microsoft.com/office/drawing/2014/main" id="{1F5FE8BA-FF8A-4B3E-9742-F55961547C10}"/>
              </a:ext>
            </a:extLst>
          </p:cNvPr>
          <p:cNvSpPr>
            <a:spLocks xmlns:a="http://schemas.openxmlformats.org/drawingml/2006/main" noGrp="1"/>
          </p:cNvSpPr>
          <p:nvPr/>
        </p:nvSpPr>
        <p:spPr>
          <a:xfrm xmlns:a="http://schemas.openxmlformats.org/drawingml/2006/main">
            <a:off x="6896100" y="2800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34"/>
          </a:bodyPr>
          <a:lstStyle xmlns:a="http://schemas.openxmlformats.org/drawingml/2006/main"/>
          <a:p xmlns:a="http://schemas.openxmlformats.org/drawingml/2006/main">
            <a:pPr algn="l">
              <a:lnSpc>
                <a:spcPct val="116000"/>
              </a:lnSpc>
              <a:buNone/>
              <a:defRPr sz="1200" b="1" i="0">
                <a:solidFill>
                  <a:srgbClr val="536174"/>
                </a:solidFill>
                <a:latin typeface="Noto Sans CJK TC"/>
                <a:ea typeface="Noto Sans CJK TC"/>
                <a:cs typeface="Noto Sans CJK TC"/>
              </a:defRPr>
            </a:pPr>
            <a:r>
              <a:rPr sz="1200" b="1" i="0">
                <a:solidFill>
                  <a:srgbClr val="536174"/>
                </a:solidFill>
                <a:latin typeface="Noto Sans CJK TC"/>
                <a:ea typeface="Noto Sans CJK TC"/>
                <a:cs typeface="Noto Sans CJK TC"/>
              </a:rPr>
              <a:t>元の左脳語用器官：字面・本当の対象・証拠・代替解釈を先に分ける</a:t>
            </a:r>
          </a:p>
        </p:txBody>
      </p:sp>
      <p:sp>
        <p:nvSpPr>
          <p:cNvPr id="28" name="">
            <a:extLst xmlns:a="http://schemas.openxmlformats.org/drawingml/2006/main">
              <a:ext uri="{FF2B5EF4-FFF2-40B4-BE49-F238E27FC236}">
                <a16:creationId xmlns:a16="http://schemas.microsoft.com/office/drawing/2014/main" id="{9F63D3C3-9B79-4272-9317-3A1007B07774}"/>
              </a:ext>
            </a:extLst>
          </p:cNvPr>
          <p:cNvSpPr>
            <a:spLocks xmlns:a="http://schemas.openxmlformats.org/drawingml/2006/main" noGrp="1"/>
          </p:cNvSpPr>
          <p:nvPr/>
        </p:nvSpPr>
        <p:spPr>
          <a:xfrm xmlns:a="http://schemas.openxmlformats.org/drawingml/2006/main">
            <a:off x="6896100" y="3181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1 字面内容 →</a:t>
            </a:r>
          </a:p>
        </p:txBody>
      </p:sp>
      <p:sp>
        <p:nvSpPr>
          <p:cNvPr id="29" name="">
            <a:extLst xmlns:a="http://schemas.openxmlformats.org/drawingml/2006/main">
              <a:ext uri="{FF2B5EF4-FFF2-40B4-BE49-F238E27FC236}">
                <a16:creationId xmlns:a16="http://schemas.microsoft.com/office/drawing/2014/main" id="{45BA5B6F-5C56-4291-B296-0BFB7490C948}"/>
              </a:ext>
            </a:extLst>
          </p:cNvPr>
          <p:cNvSpPr>
            <a:spLocks xmlns:a="http://schemas.openxmlformats.org/drawingml/2006/main" noGrp="1"/>
          </p:cNvSpPr>
          <p:nvPr/>
        </p:nvSpPr>
        <p:spPr>
          <a:xfrm xmlns:a="http://schemas.openxmlformats.org/drawingml/2006/main">
            <a:off x="9105900" y="3181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字面の事実を保つ</a:t>
            </a:r>
          </a:p>
        </p:txBody>
      </p:sp>
      <p:sp>
        <p:nvSpPr>
          <p:cNvPr id="30" name="">
            <a:extLst xmlns:a="http://schemas.openxmlformats.org/drawingml/2006/main">
              <a:ext uri="{FF2B5EF4-FFF2-40B4-BE49-F238E27FC236}">
                <a16:creationId xmlns:a16="http://schemas.microsoft.com/office/drawing/2014/main" id="{4F7F5445-9937-4DA1-9063-64AA5B8DA640}"/>
              </a:ext>
            </a:extLst>
          </p:cNvPr>
          <p:cNvSpPr>
            <a:spLocks xmlns:a="http://schemas.openxmlformats.org/drawingml/2006/main" noGrp="1"/>
          </p:cNvSpPr>
          <p:nvPr/>
        </p:nvSpPr>
        <p:spPr>
          <a:xfrm xmlns:a="http://schemas.openxmlformats.org/drawingml/2006/main">
            <a:off x="6896100" y="3543300"/>
            <a:ext cx="4095750" cy="9525"/>
          </a:xfrm>
          <a:prstGeom xmlns:a="http://schemas.openxmlformats.org/drawingml/2006/main" prst="rect">
            <a:avLst/>
          </a:prstGeom>
          <a:solidFill xmlns:a="http://schemas.openxmlformats.org/drawingml/2006/main">
            <a:srgbClr val="C9E4F4"/>
          </a:solidFill>
          <a:ln xmlns:a="http://schemas.openxmlformats.org/drawingml/2006/main" w="0">
            <a:solidFill>
              <a:srgbClr val="C9E4F4"/>
            </a:solidFill>
            <a:prstDash val="solid"/>
          </a:ln>
        </p:spPr>
      </p:sp>
      <p:sp>
        <p:nvSpPr>
          <p:cNvPr id="31" name="">
            <a:extLst xmlns:a="http://schemas.openxmlformats.org/drawingml/2006/main">
              <a:ext uri="{FF2B5EF4-FFF2-40B4-BE49-F238E27FC236}">
                <a16:creationId xmlns:a16="http://schemas.microsoft.com/office/drawing/2014/main" id="{E580AE4D-6145-490C-8C70-4A413F0B0982}"/>
              </a:ext>
            </a:extLst>
          </p:cNvPr>
          <p:cNvSpPr>
            <a:spLocks xmlns:a="http://schemas.openxmlformats.org/drawingml/2006/main" noGrp="1"/>
          </p:cNvSpPr>
          <p:nvPr/>
        </p:nvSpPr>
        <p:spPr>
          <a:xfrm xmlns:a="http://schemas.openxmlformats.org/drawingml/2006/main">
            <a:off x="6896100" y="3562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2 語用上の対象 →</a:t>
            </a:r>
          </a:p>
        </p:txBody>
      </p:sp>
      <p:sp>
        <p:nvSpPr>
          <p:cNvPr id="32" name="">
            <a:extLst xmlns:a="http://schemas.openxmlformats.org/drawingml/2006/main">
              <a:ext uri="{FF2B5EF4-FFF2-40B4-BE49-F238E27FC236}">
                <a16:creationId xmlns:a16="http://schemas.microsoft.com/office/drawing/2014/main" id="{681B5C69-BDB0-4FCA-9C8D-F83380BB9D98}"/>
              </a:ext>
            </a:extLst>
          </p:cNvPr>
          <p:cNvSpPr>
            <a:spLocks xmlns:a="http://schemas.openxmlformats.org/drawingml/2006/main" noGrp="1"/>
          </p:cNvSpPr>
          <p:nvPr/>
        </p:nvSpPr>
        <p:spPr>
          <a:xfrm xmlns:a="http://schemas.openxmlformats.org/drawingml/2006/main">
            <a:off x="9105900" y="3562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本当に問われた対象を固定</a:t>
            </a:r>
          </a:p>
        </p:txBody>
      </p:sp>
      <p:sp>
        <p:nvSpPr>
          <p:cNvPr id="33" name="">
            <a:extLst xmlns:a="http://schemas.openxmlformats.org/drawingml/2006/main">
              <a:ext uri="{FF2B5EF4-FFF2-40B4-BE49-F238E27FC236}">
                <a16:creationId xmlns:a16="http://schemas.microsoft.com/office/drawing/2014/main" id="{DF2C1F19-620B-42B0-BB61-D02785028CB5}"/>
              </a:ext>
            </a:extLst>
          </p:cNvPr>
          <p:cNvSpPr>
            <a:spLocks xmlns:a="http://schemas.openxmlformats.org/drawingml/2006/main" noGrp="1"/>
          </p:cNvSpPr>
          <p:nvPr/>
        </p:nvSpPr>
        <p:spPr>
          <a:xfrm xmlns:a="http://schemas.openxmlformats.org/drawingml/2006/main">
            <a:off x="6896100" y="3924300"/>
            <a:ext cx="4095750" cy="9525"/>
          </a:xfrm>
          <a:prstGeom xmlns:a="http://schemas.openxmlformats.org/drawingml/2006/main" prst="rect">
            <a:avLst/>
          </a:prstGeom>
          <a:solidFill xmlns:a="http://schemas.openxmlformats.org/drawingml/2006/main">
            <a:srgbClr val="C9E4F4"/>
          </a:solidFill>
          <a:ln xmlns:a="http://schemas.openxmlformats.org/drawingml/2006/main" w="0">
            <a:solidFill>
              <a:srgbClr val="C9E4F4"/>
            </a:solidFill>
            <a:prstDash val="solid"/>
          </a:ln>
        </p:spPr>
      </p:sp>
      <p:sp>
        <p:nvSpPr>
          <p:cNvPr id="34" name="">
            <a:extLst xmlns:a="http://schemas.openxmlformats.org/drawingml/2006/main">
              <a:ext uri="{FF2B5EF4-FFF2-40B4-BE49-F238E27FC236}">
                <a16:creationId xmlns:a16="http://schemas.microsoft.com/office/drawing/2014/main" id="{86DFDA8B-19E9-4C93-AD41-372F9B33F301}"/>
              </a:ext>
            </a:extLst>
          </p:cNvPr>
          <p:cNvSpPr>
            <a:spLocks xmlns:a="http://schemas.openxmlformats.org/drawingml/2006/main" noGrp="1"/>
          </p:cNvSpPr>
          <p:nvPr/>
        </p:nvSpPr>
        <p:spPr>
          <a:xfrm xmlns:a="http://schemas.openxmlformats.org/drawingml/2006/main">
            <a:off x="6896100" y="3943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3 文脈証拠 →</a:t>
            </a:r>
          </a:p>
        </p:txBody>
      </p:sp>
      <p:sp>
        <p:nvSpPr>
          <p:cNvPr id="35" name="">
            <a:extLst xmlns:a="http://schemas.openxmlformats.org/drawingml/2006/main">
              <a:ext uri="{FF2B5EF4-FFF2-40B4-BE49-F238E27FC236}">
                <a16:creationId xmlns:a16="http://schemas.microsoft.com/office/drawing/2014/main" id="{E8331602-8BF9-4AEB-983D-B6957E0CCAFB}"/>
              </a:ext>
            </a:extLst>
          </p:cNvPr>
          <p:cNvSpPr>
            <a:spLocks xmlns:a="http://schemas.openxmlformats.org/drawingml/2006/main" noGrp="1"/>
          </p:cNvSpPr>
          <p:nvPr/>
        </p:nvSpPr>
        <p:spPr>
          <a:xfrm xmlns:a="http://schemas.openxmlformats.org/drawingml/2006/main">
            <a:off x="9105900" y="3943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文脈を項目別に対応付け</a:t>
            </a:r>
          </a:p>
        </p:txBody>
      </p:sp>
      <p:sp>
        <p:nvSpPr>
          <p:cNvPr id="36" name="">
            <a:extLst xmlns:a="http://schemas.openxmlformats.org/drawingml/2006/main">
              <a:ext uri="{FF2B5EF4-FFF2-40B4-BE49-F238E27FC236}">
                <a16:creationId xmlns:a16="http://schemas.microsoft.com/office/drawing/2014/main" id="{E62A2126-C452-4B6A-B52D-535722EBF09A}"/>
              </a:ext>
            </a:extLst>
          </p:cNvPr>
          <p:cNvSpPr>
            <a:spLocks xmlns:a="http://schemas.openxmlformats.org/drawingml/2006/main" noGrp="1"/>
          </p:cNvSpPr>
          <p:nvPr/>
        </p:nvSpPr>
        <p:spPr>
          <a:xfrm xmlns:a="http://schemas.openxmlformats.org/drawingml/2006/main">
            <a:off x="6896100" y="4305300"/>
            <a:ext cx="4095750" cy="9525"/>
          </a:xfrm>
          <a:prstGeom xmlns:a="http://schemas.openxmlformats.org/drawingml/2006/main" prst="rect">
            <a:avLst/>
          </a:prstGeom>
          <a:solidFill xmlns:a="http://schemas.openxmlformats.org/drawingml/2006/main">
            <a:srgbClr val="C9E4F4"/>
          </a:solidFill>
          <a:ln xmlns:a="http://schemas.openxmlformats.org/drawingml/2006/main" w="0">
            <a:solidFill>
              <a:srgbClr val="C9E4F4"/>
            </a:solidFill>
            <a:prstDash val="solid"/>
          </a:ln>
        </p:spPr>
      </p:sp>
      <p:sp>
        <p:nvSpPr>
          <p:cNvPr id="37" name="">
            <a:extLst xmlns:a="http://schemas.openxmlformats.org/drawingml/2006/main">
              <a:ext uri="{FF2B5EF4-FFF2-40B4-BE49-F238E27FC236}">
                <a16:creationId xmlns:a16="http://schemas.microsoft.com/office/drawing/2014/main" id="{C58AADA0-5959-4FA2-BE29-A602ABF4B844}"/>
              </a:ext>
            </a:extLst>
          </p:cNvPr>
          <p:cNvSpPr>
            <a:spLocks xmlns:a="http://schemas.openxmlformats.org/drawingml/2006/main" noGrp="1"/>
          </p:cNvSpPr>
          <p:nvPr/>
        </p:nvSpPr>
        <p:spPr>
          <a:xfrm xmlns:a="http://schemas.openxmlformats.org/drawingml/2006/main">
            <a:off x="6896100" y="4324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4 代替解釈 →</a:t>
            </a:r>
          </a:p>
        </p:txBody>
      </p:sp>
      <p:sp>
        <p:nvSpPr>
          <p:cNvPr id="38" name="">
            <a:extLst xmlns:a="http://schemas.openxmlformats.org/drawingml/2006/main">
              <a:ext uri="{FF2B5EF4-FFF2-40B4-BE49-F238E27FC236}">
                <a16:creationId xmlns:a16="http://schemas.microsoft.com/office/drawing/2014/main" id="{5A7D9F1C-7B27-4D7D-826F-ECC03FAE1702}"/>
              </a:ext>
            </a:extLst>
          </p:cNvPr>
          <p:cNvSpPr>
            <a:spLocks xmlns:a="http://schemas.openxmlformats.org/drawingml/2006/main" noGrp="1"/>
          </p:cNvSpPr>
          <p:nvPr/>
        </p:nvSpPr>
        <p:spPr>
          <a:xfrm xmlns:a="http://schemas.openxmlformats.org/drawingml/2006/main">
            <a:off x="9105900" y="4324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他の妥当な解釈を残す</a:t>
            </a:r>
          </a:p>
        </p:txBody>
      </p:sp>
      <p:sp>
        <p:nvSpPr>
          <p:cNvPr id="39" name="">
            <a:extLst xmlns:a="http://schemas.openxmlformats.org/drawingml/2006/main">
              <a:ext uri="{FF2B5EF4-FFF2-40B4-BE49-F238E27FC236}">
                <a16:creationId xmlns:a16="http://schemas.microsoft.com/office/drawing/2014/main" id="{3B90B639-E4AB-4574-A405-DC07A198FB4E}"/>
              </a:ext>
            </a:extLst>
          </p:cNvPr>
          <p:cNvSpPr>
            <a:spLocks xmlns:a="http://schemas.openxmlformats.org/drawingml/2006/main" noGrp="1"/>
          </p:cNvSpPr>
          <p:nvPr/>
        </p:nvSpPr>
        <p:spPr>
          <a:xfrm xmlns:a="http://schemas.openxmlformats.org/drawingml/2006/main">
            <a:off x="6896100" y="4686300"/>
            <a:ext cx="4095750" cy="9525"/>
          </a:xfrm>
          <a:prstGeom xmlns:a="http://schemas.openxmlformats.org/drawingml/2006/main" prst="rect">
            <a:avLst/>
          </a:prstGeom>
          <a:solidFill xmlns:a="http://schemas.openxmlformats.org/drawingml/2006/main">
            <a:srgbClr val="C9E4F4"/>
          </a:solidFill>
          <a:ln xmlns:a="http://schemas.openxmlformats.org/drawingml/2006/main" w="0">
            <a:solidFill>
              <a:srgbClr val="C9E4F4"/>
            </a:solidFill>
            <a:prstDash val="solid"/>
          </a:ln>
        </p:spPr>
      </p:sp>
      <p:sp>
        <p:nvSpPr>
          <p:cNvPr id="40" name="">
            <a:extLst xmlns:a="http://schemas.openxmlformats.org/drawingml/2006/main">
              <a:ext uri="{FF2B5EF4-FFF2-40B4-BE49-F238E27FC236}">
                <a16:creationId xmlns:a16="http://schemas.microsoft.com/office/drawing/2014/main" id="{C5533643-BBC8-4251-9950-BDD1C91FA0BB}"/>
              </a:ext>
            </a:extLst>
          </p:cNvPr>
          <p:cNvSpPr>
            <a:spLocks xmlns:a="http://schemas.openxmlformats.org/drawingml/2006/main" noGrp="1"/>
          </p:cNvSpPr>
          <p:nvPr/>
        </p:nvSpPr>
        <p:spPr>
          <a:xfrm xmlns:a="http://schemas.openxmlformats.org/drawingml/2006/main">
            <a:off x="6896100" y="4705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5 解答への対応付け</a:t>
            </a:r>
          </a:p>
        </p:txBody>
      </p:sp>
      <p:sp>
        <p:nvSpPr>
          <p:cNvPr id="41" name="">
            <a:extLst xmlns:a="http://schemas.openxmlformats.org/drawingml/2006/main">
              <a:ext uri="{FF2B5EF4-FFF2-40B4-BE49-F238E27FC236}">
                <a16:creationId xmlns:a16="http://schemas.microsoft.com/office/drawing/2014/main" id="{AC2AAC61-8608-4D57-A0ED-70362612C9CD}"/>
              </a:ext>
            </a:extLst>
          </p:cNvPr>
          <p:cNvSpPr>
            <a:spLocks xmlns:a="http://schemas.openxmlformats.org/drawingml/2006/main" noGrp="1"/>
          </p:cNvSpPr>
          <p:nvPr/>
        </p:nvSpPr>
        <p:spPr>
          <a:xfrm xmlns:a="http://schemas.openxmlformats.org/drawingml/2006/main">
            <a:off x="9105900" y="4705350"/>
            <a:ext cx="1885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対象を選択肢に対応付ける</a:t>
            </a:r>
          </a:p>
        </p:txBody>
      </p:sp>
      <p:sp>
        <p:nvSpPr>
          <p:cNvPr id="42" name="">
            <a:extLst xmlns:a="http://schemas.openxmlformats.org/drawingml/2006/main">
              <a:ext uri="{FF2B5EF4-FFF2-40B4-BE49-F238E27FC236}">
                <a16:creationId xmlns:a16="http://schemas.microsoft.com/office/drawing/2014/main" id="{34362910-15DD-40A6-8480-47586E3CB783}"/>
              </a:ext>
            </a:extLst>
          </p:cNvPr>
          <p:cNvSpPr>
            <a:spLocks xmlns:a="http://schemas.openxmlformats.org/drawingml/2006/main" noGrp="1"/>
          </p:cNvSpPr>
          <p:nvPr/>
        </p:nvSpPr>
        <p:spPr>
          <a:xfrm xmlns:a="http://schemas.openxmlformats.org/drawingml/2006/main">
            <a:off x="6896100" y="5067300"/>
            <a:ext cx="4095750" cy="9525"/>
          </a:xfrm>
          <a:prstGeom xmlns:a="http://schemas.openxmlformats.org/drawingml/2006/main" prst="rect">
            <a:avLst/>
          </a:prstGeom>
          <a:solidFill xmlns:a="http://schemas.openxmlformats.org/drawingml/2006/main">
            <a:srgbClr val="C9E4F4"/>
          </a:solidFill>
          <a:ln xmlns:a="http://schemas.openxmlformats.org/drawingml/2006/main" w="0">
            <a:solidFill>
              <a:srgbClr val="C9E4F4"/>
            </a:solidFill>
            <a:prstDash val="solid"/>
          </a:ln>
        </p:spPr>
      </p:sp>
      <p:sp>
        <p:nvSpPr>
          <p:cNvPr id="43" name="">
            <a:extLst xmlns:a="http://schemas.openxmlformats.org/drawingml/2006/main">
              <a:ext uri="{FF2B5EF4-FFF2-40B4-BE49-F238E27FC236}">
                <a16:creationId xmlns:a16="http://schemas.microsoft.com/office/drawing/2014/main" id="{62AD4BA5-0FA2-4699-B612-C814BD462C87}"/>
              </a:ext>
            </a:extLst>
          </p:cNvPr>
          <p:cNvSpPr>
            <a:spLocks xmlns:a="http://schemas.openxmlformats.org/drawingml/2006/main" noGrp="1"/>
          </p:cNvSpPr>
          <p:nvPr/>
        </p:nvSpPr>
        <p:spPr>
          <a:xfrm xmlns:a="http://schemas.openxmlformats.org/drawingml/2006/main">
            <a:off x="1219200" y="5619750"/>
            <a:ext cx="97536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DCE2EA"/>
            </a:solidFill>
            <a:prstDash val="solid"/>
          </a:ln>
        </p:spPr>
      </p:sp>
      <p:sp>
        <p:nvSpPr>
          <p:cNvPr id="44" name="">
            <a:extLst xmlns:a="http://schemas.openxmlformats.org/drawingml/2006/main">
              <a:ext uri="{FF2B5EF4-FFF2-40B4-BE49-F238E27FC236}">
                <a16:creationId xmlns:a16="http://schemas.microsoft.com/office/drawing/2014/main" id="{09D4BA19-6EF6-407E-8F27-4A6B8B094D97}"/>
              </a:ext>
            </a:extLst>
          </p:cNvPr>
          <p:cNvSpPr>
            <a:spLocks xmlns:a="http://schemas.openxmlformats.org/drawingml/2006/main" noGrp="1"/>
          </p:cNvSpPr>
          <p:nvPr/>
        </p:nvSpPr>
        <p:spPr>
          <a:xfrm xmlns:a="http://schemas.openxmlformats.org/drawingml/2006/main">
            <a:off x="1466850" y="5743575"/>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両方とも熟考する。問うのは、自由推論と語用役割分解のどちらが対象を取り違えにくいかだけである。</a:t>
            </a:r>
          </a:p>
        </p:txBody>
      </p:sp>
    </p:spTree>
    <p:extLst>
      <p:ext uri="{BB962C8B-B14F-4D97-AF65-F5344CB8AC3E}">
        <p14:creationId xmlns:p14="http://schemas.microsoft.com/office/powerpoint/2010/main" val="6292964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0A08E21-15B9-4098-BE1A-3E878E790ED3}"/>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事前登録を平易に説明する</a:t>
            </a:r>
          </a:p>
        </p:txBody>
      </p:sp>
      <p:sp>
        <p:nvSpPr>
          <p:cNvPr id="2" name="">
            <a:extLst xmlns:a="http://schemas.openxmlformats.org/drawingml/2006/main">
              <a:ext uri="{FF2B5EF4-FFF2-40B4-BE49-F238E27FC236}">
                <a16:creationId xmlns:a16="http://schemas.microsoft.com/office/drawing/2014/main" id="{87BD1273-D5D8-4D7E-B6CB-7DA3A4DFF296}"/>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この頁の意味：何を成功とするか先に決め、その後で結果を見る</a:t>
            </a:r>
          </a:p>
        </p:txBody>
      </p:sp>
      <p:sp>
        <p:nvSpPr>
          <p:cNvPr id="3" name="">
            <a:extLst xmlns:a="http://schemas.openxmlformats.org/drawingml/2006/main">
              <a:ext uri="{FF2B5EF4-FFF2-40B4-BE49-F238E27FC236}">
                <a16:creationId xmlns:a16="http://schemas.microsoft.com/office/drawing/2014/main" id="{72D37B48-7B38-4FE2-8DB4-0CAA31D269F7}"/>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72C801B7-CD6C-4511-BE38-1E4A6A3538AC}"/>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15</a:t>
            </a:r>
          </a:p>
        </p:txBody>
      </p:sp>
      <p:sp>
        <p:nvSpPr>
          <p:cNvPr id="5" name="">
            <a:extLst xmlns:a="http://schemas.openxmlformats.org/drawingml/2006/main">
              <a:ext uri="{FF2B5EF4-FFF2-40B4-BE49-F238E27FC236}">
                <a16:creationId xmlns:a16="http://schemas.microsoft.com/office/drawing/2014/main" id="{71E9C20F-AA57-461A-8B23-F255DD8908DB}"/>
              </a:ext>
            </a:extLst>
          </p:cNvPr>
          <p:cNvSpPr>
            <a:spLocks xmlns:a="http://schemas.openxmlformats.org/drawingml/2006/main" noGrp="1"/>
          </p:cNvSpPr>
          <p:nvPr/>
        </p:nvSpPr>
        <p:spPr>
          <a:xfrm xmlns:a="http://schemas.openxmlformats.org/drawingml/2006/main">
            <a:off x="571500" y="15144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00" b="1" i="0">
                <a:solidFill>
                  <a:srgbClr val="3D8DFF"/>
                </a:solidFill>
                <a:latin typeface="Noto Sans CJK TC"/>
                <a:ea typeface="Noto Sans CJK TC"/>
                <a:cs typeface="Noto Sans CJK TC"/>
              </a:defRPr>
            </a:pPr>
            <a:r>
              <a:rPr sz="2100" b="1" i="0">
                <a:solidFill>
                  <a:srgbClr val="3D8DFF"/>
                </a:solidFill>
                <a:latin typeface="Noto Sans CJK TC"/>
                <a:ea typeface="Noto Sans CJK TC"/>
                <a:cs typeface="Noto Sans CJK TC"/>
              </a:rPr>
              <a:t>300問</a:t>
            </a:r>
          </a:p>
        </p:txBody>
      </p:sp>
      <p:sp>
        <p:nvSpPr>
          <p:cNvPr id="6" name="">
            <a:extLst xmlns:a="http://schemas.openxmlformats.org/drawingml/2006/main">
              <a:ext uri="{FF2B5EF4-FFF2-40B4-BE49-F238E27FC236}">
                <a16:creationId xmlns:a16="http://schemas.microsoft.com/office/drawing/2014/main" id="{3FAB8DDD-7426-4592-AC84-CB198FE85198}"/>
              </a:ext>
            </a:extLst>
          </p:cNvPr>
          <p:cNvSpPr>
            <a:spLocks xmlns:a="http://schemas.openxmlformats.org/drawingml/2006/main" noGrp="1"/>
          </p:cNvSpPr>
          <p:nvPr/>
        </p:nvSpPr>
        <p:spPr>
          <a:xfrm xmlns:a="http://schemas.openxmlformats.org/drawingml/2006/main">
            <a:off x="2571750" y="15049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標本数</a:t>
            </a:r>
          </a:p>
        </p:txBody>
      </p:sp>
      <p:sp>
        <p:nvSpPr>
          <p:cNvPr id="7" name="">
            <a:extLst xmlns:a="http://schemas.openxmlformats.org/drawingml/2006/main">
              <a:ext uri="{FF2B5EF4-FFF2-40B4-BE49-F238E27FC236}">
                <a16:creationId xmlns:a16="http://schemas.microsoft.com/office/drawing/2014/main" id="{FB3EE635-6152-4C60-9BCA-1AFADAEB79C8}"/>
              </a:ext>
            </a:extLst>
          </p:cNvPr>
          <p:cNvSpPr>
            <a:spLocks xmlns:a="http://schemas.openxmlformats.org/drawingml/2006/main" noGrp="1"/>
          </p:cNvSpPr>
          <p:nvPr/>
        </p:nvSpPr>
        <p:spPr>
          <a:xfrm xmlns:a="http://schemas.openxmlformats.org/drawingml/2006/main">
            <a:off x="5334000" y="15049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必要な問題数を検出力で先に計算し、p値を見てから停止を決めない。</a:t>
            </a:r>
          </a:p>
        </p:txBody>
      </p:sp>
      <p:sp>
        <p:nvSpPr>
          <p:cNvPr id="8" name="">
            <a:extLst xmlns:a="http://schemas.openxmlformats.org/drawingml/2006/main">
              <a:ext uri="{FF2B5EF4-FFF2-40B4-BE49-F238E27FC236}">
                <a16:creationId xmlns:a16="http://schemas.microsoft.com/office/drawing/2014/main" id="{79525B60-B4F5-4C48-98F3-674152925590}"/>
              </a:ext>
            </a:extLst>
          </p:cNvPr>
          <p:cNvSpPr>
            <a:spLocks xmlns:a="http://schemas.openxmlformats.org/drawingml/2006/main" noGrp="1"/>
          </p:cNvSpPr>
          <p:nvPr/>
        </p:nvSpPr>
        <p:spPr>
          <a:xfrm xmlns:a="http://schemas.openxmlformats.org/drawingml/2006/main">
            <a:off x="571500" y="2114550"/>
            <a:ext cx="108585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9" name="">
            <a:extLst xmlns:a="http://schemas.openxmlformats.org/drawingml/2006/main">
              <a:ext uri="{FF2B5EF4-FFF2-40B4-BE49-F238E27FC236}">
                <a16:creationId xmlns:a16="http://schemas.microsoft.com/office/drawing/2014/main" id="{AC03D7ED-1883-4C66-B9A2-46E0D2205756}"/>
              </a:ext>
            </a:extLst>
          </p:cNvPr>
          <p:cNvSpPr>
            <a:spLocks xmlns:a="http://schemas.openxmlformats.org/drawingml/2006/main" noGrp="1"/>
          </p:cNvSpPr>
          <p:nvPr/>
        </p:nvSpPr>
        <p:spPr>
          <a:xfrm xmlns:a="http://schemas.openxmlformats.org/drawingml/2006/main">
            <a:off x="571500" y="24098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00" b="1" i="0">
                <a:solidFill>
                  <a:srgbClr val="35A56F"/>
                </a:solidFill>
                <a:latin typeface="Noto Sans CJK TC"/>
                <a:ea typeface="Noto Sans CJK TC"/>
                <a:cs typeface="Noto Sans CJK TC"/>
              </a:defRPr>
            </a:pPr>
            <a:r>
              <a:rPr sz="2100" b="1" i="0">
                <a:solidFill>
                  <a:srgbClr val="35A56F"/>
                </a:solidFill>
                <a:latin typeface="Noto Sans CJK TC"/>
                <a:ea typeface="Noto Sans CJK TC"/>
                <a:cs typeface="Noto Sans CJK TC"/>
              </a:rPr>
              <a:t>検出力90%</a:t>
            </a:r>
          </a:p>
        </p:txBody>
      </p:sp>
      <p:sp>
        <p:nvSpPr>
          <p:cNvPr id="10" name="">
            <a:extLst xmlns:a="http://schemas.openxmlformats.org/drawingml/2006/main">
              <a:ext uri="{FF2B5EF4-FFF2-40B4-BE49-F238E27FC236}">
                <a16:creationId xmlns:a16="http://schemas.microsoft.com/office/drawing/2014/main" id="{D068CCCA-213B-4800-A617-BF53E3A1B01A}"/>
              </a:ext>
            </a:extLst>
          </p:cNvPr>
          <p:cNvSpPr>
            <a:spLocks xmlns:a="http://schemas.openxmlformats.org/drawingml/2006/main" noGrp="1"/>
          </p:cNvSpPr>
          <p:nvPr/>
        </p:nvSpPr>
        <p:spPr>
          <a:xfrm xmlns:a="http://schemas.openxmlformats.org/drawingml/2006/main">
            <a:off x="2571750" y="2400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効果を検出できる見込み</a:t>
            </a:r>
          </a:p>
        </p:txBody>
      </p:sp>
      <p:sp>
        <p:nvSpPr>
          <p:cNvPr id="11" name="">
            <a:extLst xmlns:a="http://schemas.openxmlformats.org/drawingml/2006/main">
              <a:ext uri="{FF2B5EF4-FFF2-40B4-BE49-F238E27FC236}">
                <a16:creationId xmlns:a16="http://schemas.microsoft.com/office/drawing/2014/main" id="{BE094242-23BA-450E-9A95-AE9F73873694}"/>
              </a:ext>
            </a:extLst>
          </p:cNvPr>
          <p:cNvSpPr>
            <a:spLocks xmlns:a="http://schemas.openxmlformats.org/drawingml/2006/main" noGrp="1"/>
          </p:cNvSpPr>
          <p:nvPr/>
        </p:nvSpPr>
        <p:spPr>
          <a:xfrm xmlns:a="http://schemas.openxmlformats.org/drawingml/2006/main">
            <a:off x="5334000" y="240030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事前に定めた差が本当にあれば、この設計は約9割の確率で検出できる。</a:t>
            </a:r>
          </a:p>
        </p:txBody>
      </p:sp>
      <p:sp>
        <p:nvSpPr>
          <p:cNvPr id="12" name="">
            <a:extLst xmlns:a="http://schemas.openxmlformats.org/drawingml/2006/main">
              <a:ext uri="{FF2B5EF4-FFF2-40B4-BE49-F238E27FC236}">
                <a16:creationId xmlns:a16="http://schemas.microsoft.com/office/drawing/2014/main" id="{68562039-D191-4209-A8B7-8DFC2C4303A7}"/>
              </a:ext>
            </a:extLst>
          </p:cNvPr>
          <p:cNvSpPr>
            <a:spLocks xmlns:a="http://schemas.openxmlformats.org/drawingml/2006/main" noGrp="1"/>
          </p:cNvSpPr>
          <p:nvPr/>
        </p:nvSpPr>
        <p:spPr>
          <a:xfrm xmlns:a="http://schemas.openxmlformats.org/drawingml/2006/main">
            <a:off x="571500" y="3009900"/>
            <a:ext cx="108585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3" name="">
            <a:extLst xmlns:a="http://schemas.openxmlformats.org/drawingml/2006/main">
              <a:ext uri="{FF2B5EF4-FFF2-40B4-BE49-F238E27FC236}">
                <a16:creationId xmlns:a16="http://schemas.microsoft.com/office/drawing/2014/main" id="{07D7FEAE-D3BA-42E3-98E6-D15D246ABC8D}"/>
              </a:ext>
            </a:extLst>
          </p:cNvPr>
          <p:cNvSpPr>
            <a:spLocks xmlns:a="http://schemas.openxmlformats.org/drawingml/2006/main" noGrp="1"/>
          </p:cNvSpPr>
          <p:nvPr/>
        </p:nvSpPr>
        <p:spPr>
          <a:xfrm xmlns:a="http://schemas.openxmlformats.org/drawingml/2006/main">
            <a:off x="571500" y="33051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00" b="1" i="0">
                <a:solidFill>
                  <a:srgbClr val="E5A72D"/>
                </a:solidFill>
                <a:latin typeface="Noto Sans CJK TC"/>
                <a:ea typeface="Noto Sans CJK TC"/>
                <a:cs typeface="Noto Sans CJK TC"/>
              </a:defRPr>
            </a:pPr>
            <a:r>
              <a:rPr sz="2100" b="1" i="0">
                <a:solidFill>
                  <a:srgbClr val="E5A72D"/>
                </a:solidFill>
                <a:latin typeface="Noto Sans CJK TC"/>
                <a:ea typeface="Noto Sans CJK TC"/>
                <a:cs typeface="Noto Sans CJK TC"/>
              </a:rPr>
              <a:t>+15pp SESOI</a:t>
            </a:r>
          </a:p>
        </p:txBody>
      </p:sp>
      <p:sp>
        <p:nvSpPr>
          <p:cNvPr id="14" name="">
            <a:extLst xmlns:a="http://schemas.openxmlformats.org/drawingml/2006/main">
              <a:ext uri="{FF2B5EF4-FFF2-40B4-BE49-F238E27FC236}">
                <a16:creationId xmlns:a16="http://schemas.microsoft.com/office/drawing/2014/main" id="{EAA7DF95-EE35-495F-9876-F8541DD35A48}"/>
              </a:ext>
            </a:extLst>
          </p:cNvPr>
          <p:cNvSpPr>
            <a:spLocks xmlns:a="http://schemas.openxmlformats.org/drawingml/2006/main" noGrp="1"/>
          </p:cNvSpPr>
          <p:nvPr/>
        </p:nvSpPr>
        <p:spPr>
          <a:xfrm xmlns:a="http://schemas.openxmlformats.org/drawingml/2006/main">
            <a:off x="2571750" y="32956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注目に値する最小改善</a:t>
            </a:r>
          </a:p>
        </p:txBody>
      </p:sp>
      <p:sp>
        <p:nvSpPr>
          <p:cNvPr id="15" name="">
            <a:extLst xmlns:a="http://schemas.openxmlformats.org/drawingml/2006/main">
              <a:ext uri="{FF2B5EF4-FFF2-40B4-BE49-F238E27FC236}">
                <a16:creationId xmlns:a16="http://schemas.microsoft.com/office/drawing/2014/main" id="{40B6B198-881F-4DD5-BA5F-667E49241DC4}"/>
              </a:ext>
            </a:extLst>
          </p:cNvPr>
          <p:cNvSpPr>
            <a:spLocks xmlns:a="http://schemas.openxmlformats.org/drawingml/2006/main" noGrp="1"/>
          </p:cNvSpPr>
          <p:nvPr/>
        </p:nvSpPr>
        <p:spPr>
          <a:xfrm xmlns:a="http://schemas.openxmlformats.org/drawingml/2006/main">
            <a:off x="5334000" y="32956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この差未満なら、統計的に有意でも専用手順を増やす価値がない可能性がある。</a:t>
            </a:r>
          </a:p>
        </p:txBody>
      </p:sp>
      <p:sp>
        <p:nvSpPr>
          <p:cNvPr id="16" name="">
            <a:extLst xmlns:a="http://schemas.openxmlformats.org/drawingml/2006/main">
              <a:ext uri="{FF2B5EF4-FFF2-40B4-BE49-F238E27FC236}">
                <a16:creationId xmlns:a16="http://schemas.microsoft.com/office/drawing/2014/main" id="{51ECBF4D-A471-4005-8B14-840FC62F3D1A}"/>
              </a:ext>
            </a:extLst>
          </p:cNvPr>
          <p:cNvSpPr>
            <a:spLocks xmlns:a="http://schemas.openxmlformats.org/drawingml/2006/main" noGrp="1"/>
          </p:cNvSpPr>
          <p:nvPr/>
        </p:nvSpPr>
        <p:spPr>
          <a:xfrm xmlns:a="http://schemas.openxmlformats.org/drawingml/2006/main">
            <a:off x="571500" y="3905250"/>
            <a:ext cx="108585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7" name="">
            <a:extLst xmlns:a="http://schemas.openxmlformats.org/drawingml/2006/main">
              <a:ext uri="{FF2B5EF4-FFF2-40B4-BE49-F238E27FC236}">
                <a16:creationId xmlns:a16="http://schemas.microsoft.com/office/drawing/2014/main" id="{F72843B2-6ED8-422C-8E74-AA09DC5B41C0}"/>
              </a:ext>
            </a:extLst>
          </p:cNvPr>
          <p:cNvSpPr>
            <a:spLocks xmlns:a="http://schemas.openxmlformats.org/drawingml/2006/main" noGrp="1"/>
          </p:cNvSpPr>
          <p:nvPr/>
        </p:nvSpPr>
        <p:spPr>
          <a:xfrm xmlns:a="http://schemas.openxmlformats.org/drawingml/2006/main">
            <a:off x="571500" y="42005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287"/>
          </a:bodyPr>
          <a:lstStyle xmlns:a="http://schemas.openxmlformats.org/drawingml/2006/main"/>
          <a:p xmlns:a="http://schemas.openxmlformats.org/drawingml/2006/main">
            <a:pPr algn="l">
              <a:lnSpc>
                <a:spcPct val="116000"/>
              </a:lnSpc>
              <a:buNone/>
              <a:defRPr sz="2100" b="1" i="0">
                <a:solidFill>
                  <a:srgbClr val="7C63D8"/>
                </a:solidFill>
                <a:latin typeface="Noto Sans CJK TC"/>
                <a:ea typeface="Noto Sans CJK TC"/>
                <a:cs typeface="Noto Sans CJK TC"/>
              </a:defRPr>
            </a:pPr>
            <a:r>
              <a:rPr sz="2100" b="1" i="0">
                <a:solidFill>
                  <a:srgbClr val="7C63D8"/>
                </a:solidFill>
                <a:latin typeface="Noto Sans CJK TC"/>
                <a:ea typeface="Noto Sans CJK TC"/>
                <a:cs typeface="Noto Sans CJK TC"/>
              </a:rPr>
              <a:t>CI &gt; 0 ＋ p ≤ .05</a:t>
            </a:r>
          </a:p>
        </p:txBody>
      </p:sp>
      <p:sp>
        <p:nvSpPr>
          <p:cNvPr id="18" name="">
            <a:extLst xmlns:a="http://schemas.openxmlformats.org/drawingml/2006/main">
              <a:ext uri="{FF2B5EF4-FFF2-40B4-BE49-F238E27FC236}">
                <a16:creationId xmlns:a16="http://schemas.microsoft.com/office/drawing/2014/main" id="{2A611774-46D6-4F7F-B76F-04E902B1A308}"/>
              </a:ext>
            </a:extLst>
          </p:cNvPr>
          <p:cNvSpPr>
            <a:spLocks xmlns:a="http://schemas.openxmlformats.org/drawingml/2006/main" noGrp="1"/>
          </p:cNvSpPr>
          <p:nvPr/>
        </p:nvSpPr>
        <p:spPr>
          <a:xfrm xmlns:a="http://schemas.openxmlformats.org/drawingml/2006/main">
            <a:off x="2571750" y="41910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差の不確実性</a:t>
            </a:r>
          </a:p>
        </p:txBody>
      </p:sp>
      <p:sp>
        <p:nvSpPr>
          <p:cNvPr id="19" name="">
            <a:extLst xmlns:a="http://schemas.openxmlformats.org/drawingml/2006/main">
              <a:ext uri="{FF2B5EF4-FFF2-40B4-BE49-F238E27FC236}">
                <a16:creationId xmlns:a16="http://schemas.microsoft.com/office/drawing/2014/main" id="{A7A0A5C5-AFC0-482A-8B44-2586A703A53B}"/>
              </a:ext>
            </a:extLst>
          </p:cNvPr>
          <p:cNvSpPr>
            <a:spLocks xmlns:a="http://schemas.openxmlformats.org/drawingml/2006/main" noGrp="1"/>
          </p:cNvSpPr>
          <p:nvPr/>
        </p:nvSpPr>
        <p:spPr>
          <a:xfrm xmlns:a="http://schemas.openxmlformats.org/drawingml/2006/main">
            <a:off x="5334000" y="419100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二つの方法で確認し、偶然Oursに偏っただけではないかを見る。</a:t>
            </a:r>
          </a:p>
        </p:txBody>
      </p:sp>
      <p:sp>
        <p:nvSpPr>
          <p:cNvPr id="20" name="">
            <a:extLst xmlns:a="http://schemas.openxmlformats.org/drawingml/2006/main">
              <a:ext uri="{FF2B5EF4-FFF2-40B4-BE49-F238E27FC236}">
                <a16:creationId xmlns:a16="http://schemas.microsoft.com/office/drawing/2014/main" id="{E5F680BB-8168-424B-9716-AD0DF09040C0}"/>
              </a:ext>
            </a:extLst>
          </p:cNvPr>
          <p:cNvSpPr>
            <a:spLocks xmlns:a="http://schemas.openxmlformats.org/drawingml/2006/main" noGrp="1"/>
          </p:cNvSpPr>
          <p:nvPr/>
        </p:nvSpPr>
        <p:spPr>
          <a:xfrm xmlns:a="http://schemas.openxmlformats.org/drawingml/2006/main">
            <a:off x="571500" y="4800600"/>
            <a:ext cx="108585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1" name="">
            <a:extLst xmlns:a="http://schemas.openxmlformats.org/drawingml/2006/main">
              <a:ext uri="{FF2B5EF4-FFF2-40B4-BE49-F238E27FC236}">
                <a16:creationId xmlns:a16="http://schemas.microsoft.com/office/drawing/2014/main" id="{851C8B16-53FE-480B-A63A-4ABA3FE72F88}"/>
              </a:ext>
            </a:extLst>
          </p:cNvPr>
          <p:cNvSpPr>
            <a:spLocks xmlns:a="http://schemas.openxmlformats.org/drawingml/2006/main" noGrp="1"/>
          </p:cNvSpPr>
          <p:nvPr/>
        </p:nvSpPr>
        <p:spPr>
          <a:xfrm xmlns:a="http://schemas.openxmlformats.org/drawingml/2006/main">
            <a:off x="571500" y="5095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9955"/>
          </a:bodyPr>
          <a:lstStyle xmlns:a="http://schemas.openxmlformats.org/drawingml/2006/main"/>
          <a:p xmlns:a="http://schemas.openxmlformats.org/drawingml/2006/main">
            <a:pPr algn="l">
              <a:lnSpc>
                <a:spcPct val="116000"/>
              </a:lnSpc>
              <a:buNone/>
              <a:defRPr sz="2100" b="1" i="0">
                <a:solidFill>
                  <a:srgbClr val="D75252"/>
                </a:solidFill>
                <a:latin typeface="Noto Sans CJK TC"/>
                <a:ea typeface="Noto Sans CJK TC"/>
                <a:cs typeface="Noto Sans CJK TC"/>
              </a:defRPr>
            </a:pPr>
            <a:r>
              <a:rPr sz="2100" b="1" i="0">
                <a:solidFill>
                  <a:srgbClr val="D75252"/>
                </a:solidFill>
                <a:latin typeface="Noto Sans CJK TC"/>
                <a:ea typeface="Noto Sans CJK TC"/>
                <a:cs typeface="Noto Sans CJK TC"/>
              </a:rPr>
              <a:t>解析・スキーマ100%</a:t>
            </a:r>
          </a:p>
        </p:txBody>
      </p:sp>
      <p:sp>
        <p:nvSpPr>
          <p:cNvPr id="22" name="">
            <a:extLst xmlns:a="http://schemas.openxmlformats.org/drawingml/2006/main">
              <a:ext uri="{FF2B5EF4-FFF2-40B4-BE49-F238E27FC236}">
                <a16:creationId xmlns:a16="http://schemas.microsoft.com/office/drawing/2014/main" id="{47E6FFA5-4876-4245-9C7F-7D4EDB693D18}"/>
              </a:ext>
            </a:extLst>
          </p:cNvPr>
          <p:cNvSpPr>
            <a:spLocks xmlns:a="http://schemas.openxmlformats.org/drawingml/2006/main" noGrp="1"/>
          </p:cNvSpPr>
          <p:nvPr/>
        </p:nvSpPr>
        <p:spPr>
          <a:xfrm xmlns:a="http://schemas.openxmlformats.org/drawingml/2006/main">
            <a:off x="2571750" y="50863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0B1220"/>
                </a:solidFill>
                <a:latin typeface="Noto Sans CJK TC"/>
                <a:ea typeface="Noto Sans CJK TC"/>
                <a:cs typeface="Noto Sans CJK TC"/>
              </a:defRPr>
            </a:pPr>
            <a:r>
              <a:rPr sz="1575" b="1" i="0">
                <a:solidFill>
                  <a:srgbClr val="0B1220"/>
                </a:solidFill>
                <a:latin typeface="Noto Sans CJK TC"/>
                <a:ea typeface="Noto Sans CJK TC"/>
                <a:cs typeface="Noto Sans CJK TC"/>
              </a:rPr>
              <a:t>実験が規則どおり動いたか</a:t>
            </a:r>
          </a:p>
        </p:txBody>
      </p:sp>
      <p:sp>
        <p:nvSpPr>
          <p:cNvPr id="23" name="">
            <a:extLst xmlns:a="http://schemas.openxmlformats.org/drawingml/2006/main">
              <a:ext uri="{FF2B5EF4-FFF2-40B4-BE49-F238E27FC236}">
                <a16:creationId xmlns:a16="http://schemas.microsoft.com/office/drawing/2014/main" id="{2C963823-5694-4163-867F-7A9D21ADE250}"/>
              </a:ext>
            </a:extLst>
          </p:cNvPr>
          <p:cNvSpPr>
            <a:spLocks xmlns:a="http://schemas.openxmlformats.org/drawingml/2006/main" noGrp="1"/>
          </p:cNvSpPr>
          <p:nvPr/>
        </p:nvSpPr>
        <p:spPr>
          <a:xfrm xmlns:a="http://schemas.openxmlformats.org/drawingml/2006/main">
            <a:off x="5334000" y="50863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項目が欠ければ、完全な語用手順を比較したとは言えない。</a:t>
            </a:r>
          </a:p>
        </p:txBody>
      </p:sp>
      <p:sp>
        <p:nvSpPr>
          <p:cNvPr id="24" name="">
            <a:extLst xmlns:a="http://schemas.openxmlformats.org/drawingml/2006/main">
              <a:ext uri="{FF2B5EF4-FFF2-40B4-BE49-F238E27FC236}">
                <a16:creationId xmlns:a16="http://schemas.microsoft.com/office/drawing/2014/main" id="{00838F57-55EE-4E03-A791-5570C1071C3B}"/>
              </a:ext>
            </a:extLst>
          </p:cNvPr>
          <p:cNvSpPr>
            <a:spLocks xmlns:a="http://schemas.openxmlformats.org/drawingml/2006/main" noGrp="1"/>
          </p:cNvSpPr>
          <p:nvPr/>
        </p:nvSpPr>
        <p:spPr>
          <a:xfrm xmlns:a="http://schemas.openxmlformats.org/drawingml/2006/main">
            <a:off x="571500" y="5695950"/>
            <a:ext cx="108585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5" name="">
            <a:extLst xmlns:a="http://schemas.openxmlformats.org/drawingml/2006/main">
              <a:ext uri="{FF2B5EF4-FFF2-40B4-BE49-F238E27FC236}">
                <a16:creationId xmlns:a16="http://schemas.microsoft.com/office/drawing/2014/main" id="{0A03D6EF-6A70-4776-868E-0EECB0751CED}"/>
              </a:ext>
            </a:extLst>
          </p:cNvPr>
          <p:cNvSpPr>
            <a:spLocks xmlns:a="http://schemas.openxmlformats.org/drawingml/2006/main" noGrp="1"/>
          </p:cNvSpPr>
          <p:nvPr/>
        </p:nvSpPr>
        <p:spPr>
          <a:xfrm xmlns:a="http://schemas.openxmlformats.org/drawingml/2006/main">
            <a:off x="1714500" y="5962650"/>
            <a:ext cx="8763000" cy="361950"/>
          </a:xfrm>
          <a:prstGeom xmlns:a="http://schemas.openxmlformats.org/drawingml/2006/main" prst="roundRect">
            <a:avLst>
              <a:gd name="adj" fmla="val 50000"/>
            </a:avLst>
          </a:prstGeom>
          <a:solidFill xmlns:a="http://schemas.openxmlformats.org/drawingml/2006/main">
            <a:srgbClr val="FDECEC"/>
          </a:solidFill>
          <a:ln xmlns:a="http://schemas.openxmlformats.org/drawingml/2006/main" w="9525">
            <a:solidFill>
              <a:srgbClr val="F3C3C3"/>
            </a:solidFill>
            <a:prstDash val="solid"/>
          </a:ln>
        </p:spPr>
      </p:sp>
      <p:sp>
        <p:nvSpPr>
          <p:cNvPr id="26" name="">
            <a:extLst xmlns:a="http://schemas.openxmlformats.org/drawingml/2006/main">
              <a:ext uri="{FF2B5EF4-FFF2-40B4-BE49-F238E27FC236}">
                <a16:creationId xmlns:a16="http://schemas.microsoft.com/office/drawing/2014/main" id="{D16B4DCE-AD9B-4FC2-8C77-2685E422DF0D}"/>
              </a:ext>
            </a:extLst>
          </p:cNvPr>
          <p:cNvSpPr>
            <a:spLocks xmlns:a="http://schemas.openxmlformats.org/drawingml/2006/main" noGrp="1"/>
          </p:cNvSpPr>
          <p:nvPr/>
        </p:nvSpPr>
        <p:spPr>
          <a:xfrm xmlns:a="http://schemas.openxmlformats.org/drawingml/2006/main">
            <a:off x="1943100" y="6038850"/>
            <a:ext cx="830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79"/>
          </a:bodyPr>
          <a:lstStyle xmlns:a="http://schemas.openxmlformats.org/drawingml/2006/main"/>
          <a:p xmlns:a="http://schemas.openxmlformats.org/drawingml/2006/main">
            <a:pPr algn="ctr">
              <a:lnSpc>
                <a:spcPct val="116000"/>
              </a:lnSpc>
              <a:buNone/>
              <a:defRPr sz="1200" b="1" i="0">
                <a:solidFill>
                  <a:srgbClr val="D75252"/>
                </a:solidFill>
                <a:latin typeface="Noto Sans CJK TC"/>
                <a:ea typeface="Noto Sans CJK TC"/>
                <a:cs typeface="Noto Sans CJK TC"/>
              </a:defRPr>
            </a:pPr>
            <a:r>
              <a:rPr sz="1200" b="1" i="0">
                <a:solidFill>
                  <a:srgbClr val="D75252"/>
                </a:solidFill>
                <a:latin typeface="Noto Sans CJK TC"/>
                <a:ea typeface="Noto Sans CJK TC"/>
                <a:cs typeface="Noto Sans CJK TC"/>
              </a:rPr>
              <a:t>任意停止を禁止：結果を見た後で問題の追加・削除や成功基準の変更をしない。</a:t>
            </a:r>
          </a:p>
        </p:txBody>
      </p:sp>
    </p:spTree>
    <p:extLst>
      <p:ext uri="{BB962C8B-B14F-4D97-AF65-F5344CB8AC3E}">
        <p14:creationId xmlns:p14="http://schemas.microsoft.com/office/powerpoint/2010/main" val="1654598439"/>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8F6E1F2-FA89-4988-A39B-E6F907582584}"/>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M15 確認実験の結果</a:t>
            </a:r>
          </a:p>
        </p:txBody>
      </p:sp>
      <p:sp>
        <p:nvSpPr>
          <p:cNvPr id="2" name="">
            <a:extLst xmlns:a="http://schemas.openxmlformats.org/drawingml/2006/main">
              <a:ext uri="{FF2B5EF4-FFF2-40B4-BE49-F238E27FC236}">
                <a16:creationId xmlns:a16="http://schemas.microsoft.com/office/drawing/2014/main" id="{D8E47E24-3D59-4493-9D29-3FBCA3C0C220}"/>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正式結果：語用分解はこの限定課題で16.0ポイント向上した</a:t>
            </a:r>
          </a:p>
        </p:txBody>
      </p:sp>
      <p:sp>
        <p:nvSpPr>
          <p:cNvPr id="3" name="">
            <a:extLst xmlns:a="http://schemas.openxmlformats.org/drawingml/2006/main">
              <a:ext uri="{FF2B5EF4-FFF2-40B4-BE49-F238E27FC236}">
                <a16:creationId xmlns:a16="http://schemas.microsoft.com/office/drawing/2014/main" id="{A9525870-522E-411C-9C3D-9C39243CC83A}"/>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959023CC-2853-41A7-B5A8-14120CA10A95}"/>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16</a:t>
            </a:r>
          </a:p>
        </p:txBody>
      </p:sp>
      <p:sp>
        <p:nvSpPr>
          <p:cNvPr id="5" name="">
            <a:extLst xmlns:a="http://schemas.openxmlformats.org/drawingml/2006/main">
              <a:ext uri="{FF2B5EF4-FFF2-40B4-BE49-F238E27FC236}">
                <a16:creationId xmlns:a16="http://schemas.microsoft.com/office/drawing/2014/main" id="{4A1C6BC2-95AB-440B-BA0A-8EAC0079185E}"/>
              </a:ext>
            </a:extLst>
          </p:cNvPr>
          <p:cNvSpPr>
            <a:spLocks xmlns:a="http://schemas.openxmlformats.org/drawingml/2006/main" noGrp="1"/>
          </p:cNvSpPr>
          <p:nvPr/>
        </p:nvSpPr>
        <p:spPr>
          <a:xfrm xmlns:a="http://schemas.openxmlformats.org/drawingml/2006/main">
            <a:off x="533400" y="1485900"/>
            <a:ext cx="7124700" cy="4514850"/>
          </a:xfrm>
          <a:prstGeom xmlns:a="http://schemas.openxmlformats.org/drawingml/2006/main" prst="roundRect">
            <a:avLst>
              <a:gd name="adj" fmla="val 3376"/>
            </a:avLst>
          </a:prstGeom>
          <a:solidFill xmlns:a="http://schemas.openxmlformats.org/drawingml/2006/main">
            <a:srgbClr val="FFFFFF"/>
          </a:solidFill>
          <a:ln xmlns:a="http://schemas.openxmlformats.org/drawingml/2006/main" w="9525">
            <a:solidFill>
              <a:srgbClr val="DCE2EA"/>
            </a:solidFill>
            <a:prstDash val="solid"/>
          </a:ln>
        </p:spPr>
      </p:sp>
      <p:graphicFrame>
        <p:nvGraphicFramePr>
          <p:cNvPr id="25" name="Chart"/>
          <p:cNvGraphicFramePr/>
          <p:nvPr/>
        </p:nvGraphicFramePr>
        <p:xfrm>
          <a:off xmlns:a="http://schemas.openxmlformats.org/drawingml/2006/main" x="990600" y="2000250"/>
          <a:ext xmlns:a="http://schemas.openxmlformats.org/drawingml/2006/main" cx="6191250" cy="3333750"/>
        </p:xfrm>
        <a:graphic xmlns:a="http://schemas.openxmlformats.org/drawingml/2006/main">
          <a:graphicData uri="http://schemas.openxmlformats.org/drawingml/2006/chart">
            <c:chart xmlns:r="http://schemas.openxmlformats.org/officeDocument/2006/relationships" xmlns:c="http://schemas.openxmlformats.org/drawingml/2006/chart" r:id="R4ea3031d04c9469f"/>
          </a:graphicData>
        </a:graphic>
      </p:graphicFrame>
      <p:sp>
        <p:nvSpPr>
          <p:cNvPr id="7" name="">
            <a:extLst xmlns:a="http://schemas.openxmlformats.org/drawingml/2006/main">
              <a:ext uri="{FF2B5EF4-FFF2-40B4-BE49-F238E27FC236}">
                <a16:creationId xmlns:a16="http://schemas.microsoft.com/office/drawing/2014/main" id="{8D23AF4D-AD76-487E-BAD9-43124F31A4FD}"/>
              </a:ext>
            </a:extLst>
          </p:cNvPr>
          <p:cNvSpPr>
            <a:spLocks xmlns:a="http://schemas.openxmlformats.org/drawingml/2006/main" noGrp="1"/>
          </p:cNvSpPr>
          <p:nvPr/>
        </p:nvSpPr>
        <p:spPr>
          <a:xfrm xmlns:a="http://schemas.openxmlformats.org/drawingml/2006/main">
            <a:off x="990600" y="5495925"/>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125" b="0" i="0">
                <a:solidFill>
                  <a:srgbClr val="536174"/>
                </a:solidFill>
                <a:latin typeface="Noto Sans CJK TC"/>
                <a:ea typeface="Noto Sans CJK TC"/>
                <a:cs typeface="Noto Sans CJK TC"/>
              </a:defRPr>
            </a:pPr>
            <a:r>
              <a:rPr sz="1125" b="0" i="0">
                <a:solidFill>
                  <a:srgbClr val="536174"/>
                </a:solidFill>
                <a:latin typeface="Noto Sans CJK TC"/>
                <a:ea typeface="Noto Sans CJK TC"/>
                <a:cs typeface="Noto Sans CJK TC"/>
              </a:rPr>
              <a:t>完全一致正答率（%）</a:t>
            </a:r>
          </a:p>
        </p:txBody>
      </p:sp>
      <p:sp>
        <p:nvSpPr>
          <p:cNvPr id="8" name="">
            <a:extLst xmlns:a="http://schemas.openxmlformats.org/drawingml/2006/main">
              <a:ext uri="{FF2B5EF4-FFF2-40B4-BE49-F238E27FC236}">
                <a16:creationId xmlns:a16="http://schemas.microsoft.com/office/drawing/2014/main" id="{331AAE94-E630-4E05-8271-C927E4414A50}"/>
              </a:ext>
            </a:extLst>
          </p:cNvPr>
          <p:cNvSpPr>
            <a:spLocks xmlns:a="http://schemas.openxmlformats.org/drawingml/2006/main" noGrp="1"/>
          </p:cNvSpPr>
          <p:nvPr/>
        </p:nvSpPr>
        <p:spPr>
          <a:xfrm xmlns:a="http://schemas.openxmlformats.org/drawingml/2006/main">
            <a:off x="8210550" y="165735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65"/>
          </a:bodyPr>
          <a:lstStyle xmlns:a="http://schemas.openxmlformats.org/drawingml/2006/main"/>
          <a:p xmlns:a="http://schemas.openxmlformats.org/drawingml/2006/main">
            <a:pPr algn="l">
              <a:lnSpc>
                <a:spcPct val="116000"/>
              </a:lnSpc>
              <a:buNone/>
              <a:defRPr sz="3150" b="1" i="0">
                <a:solidFill>
                  <a:srgbClr val="35A56F"/>
                </a:solidFill>
                <a:latin typeface="Noto Sans CJK TC"/>
                <a:ea typeface="Noto Sans CJK TC"/>
                <a:cs typeface="Noto Sans CJK TC"/>
              </a:defRPr>
            </a:pPr>
            <a:r>
              <a:rPr sz="3150" b="1" i="0">
                <a:solidFill>
                  <a:srgbClr val="35A56F"/>
                </a:solidFill>
                <a:latin typeface="Noto Sans CJK TC"/>
                <a:ea typeface="Noto Sans CJK TC"/>
                <a:cs typeface="Noto Sans CJK TC"/>
              </a:rPr>
              <a:t>+16.0pp</a:t>
            </a:r>
          </a:p>
        </p:txBody>
      </p:sp>
      <p:sp>
        <p:nvSpPr>
          <p:cNvPr id="9" name="">
            <a:extLst xmlns:a="http://schemas.openxmlformats.org/drawingml/2006/main">
              <a:ext uri="{FF2B5EF4-FFF2-40B4-BE49-F238E27FC236}">
                <a16:creationId xmlns:a16="http://schemas.microsoft.com/office/drawing/2014/main" id="{6B300176-E728-4648-B71A-87CB6A43777B}"/>
              </a:ext>
            </a:extLst>
          </p:cNvPr>
          <p:cNvSpPr>
            <a:spLocks xmlns:a="http://schemas.openxmlformats.org/drawingml/2006/main" noGrp="1"/>
          </p:cNvSpPr>
          <p:nvPr/>
        </p:nvSpPr>
        <p:spPr>
          <a:xfrm xmlns:a="http://schemas.openxmlformats.org/drawingml/2006/main">
            <a:off x="8210550" y="22098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同一問題の対応差</a:t>
            </a:r>
          </a:p>
        </p:txBody>
      </p:sp>
      <p:sp>
        <p:nvSpPr>
          <p:cNvPr id="10" name="">
            <a:extLst xmlns:a="http://schemas.openxmlformats.org/drawingml/2006/main">
              <a:ext uri="{FF2B5EF4-FFF2-40B4-BE49-F238E27FC236}">
                <a16:creationId xmlns:a16="http://schemas.microsoft.com/office/drawing/2014/main" id="{6945E46A-0BFC-437D-A67F-7433097C5872}"/>
              </a:ext>
            </a:extLst>
          </p:cNvPr>
          <p:cNvSpPr>
            <a:spLocks xmlns:a="http://schemas.openxmlformats.org/drawingml/2006/main" noGrp="1"/>
          </p:cNvSpPr>
          <p:nvPr/>
        </p:nvSpPr>
        <p:spPr>
          <a:xfrm xmlns:a="http://schemas.openxmlformats.org/drawingml/2006/main">
            <a:off x="8210550" y="2724150"/>
            <a:ext cx="30480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1" name="">
            <a:extLst xmlns:a="http://schemas.openxmlformats.org/drawingml/2006/main">
              <a:ext uri="{FF2B5EF4-FFF2-40B4-BE49-F238E27FC236}">
                <a16:creationId xmlns:a16="http://schemas.microsoft.com/office/drawing/2014/main" id="{12DBB740-B2C5-4C0E-A0C8-09652711B498}"/>
              </a:ext>
            </a:extLst>
          </p:cNvPr>
          <p:cNvSpPr>
            <a:spLocks xmlns:a="http://schemas.openxmlformats.org/drawingml/2006/main" noGrp="1"/>
          </p:cNvSpPr>
          <p:nvPr/>
        </p:nvSpPr>
        <p:spPr>
          <a:xfrm xmlns:a="http://schemas.openxmlformats.org/drawingml/2006/main">
            <a:off x="8210550" y="29908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3D8DFF"/>
                </a:solidFill>
                <a:latin typeface="Noto Sans CJK TC"/>
                <a:ea typeface="Noto Sans CJK TC"/>
                <a:cs typeface="Noto Sans CJK TC"/>
              </a:defRPr>
            </a:pPr>
            <a:r>
              <a:rPr sz="1350" b="1" i="0">
                <a:solidFill>
                  <a:srgbClr val="3D8DFF"/>
                </a:solidFill>
                <a:latin typeface="Noto Sans CJK TC"/>
                <a:ea typeface="Noto Sans CJK TC"/>
                <a:cs typeface="Noto Sans CJK TC"/>
              </a:rPr>
              <a:t>95%信頼区間</a:t>
            </a:r>
          </a:p>
        </p:txBody>
      </p:sp>
      <p:sp>
        <p:nvSpPr>
          <p:cNvPr id="12" name="">
            <a:extLst xmlns:a="http://schemas.openxmlformats.org/drawingml/2006/main">
              <a:ext uri="{FF2B5EF4-FFF2-40B4-BE49-F238E27FC236}">
                <a16:creationId xmlns:a16="http://schemas.microsoft.com/office/drawing/2014/main" id="{16F6E8D8-0BEA-4847-943B-79D84EC140AE}"/>
              </a:ext>
            </a:extLst>
          </p:cNvPr>
          <p:cNvSpPr>
            <a:spLocks xmlns:a="http://schemas.openxmlformats.org/drawingml/2006/main" noGrp="1"/>
          </p:cNvSpPr>
          <p:nvPr/>
        </p:nvSpPr>
        <p:spPr>
          <a:xfrm xmlns:a="http://schemas.openxmlformats.org/drawingml/2006/main">
            <a:off x="8210550" y="33718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75" b="1" i="0">
                <a:solidFill>
                  <a:srgbClr val="3D8DFF"/>
                </a:solidFill>
                <a:latin typeface="Noto Sans CJK TC"/>
                <a:ea typeface="Noto Sans CJK TC"/>
                <a:cs typeface="Noto Sans CJK TC"/>
              </a:defRPr>
            </a:pPr>
            <a:r>
              <a:rPr sz="2175" b="1" i="0">
                <a:solidFill>
                  <a:srgbClr val="3D8DFF"/>
                </a:solidFill>
                <a:latin typeface="Noto Sans CJK TC"/>
                <a:ea typeface="Noto Sans CJK TC"/>
                <a:cs typeface="Noto Sans CJK TC"/>
              </a:rPr>
              <a:t>+7.0 → +25.0pp</a:t>
            </a:r>
          </a:p>
        </p:txBody>
      </p:sp>
      <p:sp>
        <p:nvSpPr>
          <p:cNvPr id="13" name="">
            <a:extLst xmlns:a="http://schemas.openxmlformats.org/drawingml/2006/main">
              <a:ext uri="{FF2B5EF4-FFF2-40B4-BE49-F238E27FC236}">
                <a16:creationId xmlns:a16="http://schemas.microsoft.com/office/drawing/2014/main" id="{146A0CE2-1830-4340-BB54-313F2EE83A0C}"/>
              </a:ext>
            </a:extLst>
          </p:cNvPr>
          <p:cNvSpPr>
            <a:spLocks xmlns:a="http://schemas.openxmlformats.org/drawingml/2006/main" noGrp="1"/>
          </p:cNvSpPr>
          <p:nvPr/>
        </p:nvSpPr>
        <p:spPr>
          <a:xfrm xmlns:a="http://schemas.openxmlformats.org/drawingml/2006/main">
            <a:off x="8210550" y="4000500"/>
            <a:ext cx="30480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4" name="">
            <a:extLst xmlns:a="http://schemas.openxmlformats.org/drawingml/2006/main">
              <a:ext uri="{FF2B5EF4-FFF2-40B4-BE49-F238E27FC236}">
                <a16:creationId xmlns:a16="http://schemas.microsoft.com/office/drawing/2014/main" id="{0E7218E4-CC11-4C77-A934-3CF295620E8D}"/>
              </a:ext>
            </a:extLst>
          </p:cNvPr>
          <p:cNvSpPr>
            <a:spLocks xmlns:a="http://schemas.openxmlformats.org/drawingml/2006/main" noGrp="1"/>
          </p:cNvSpPr>
          <p:nvPr/>
        </p:nvSpPr>
        <p:spPr>
          <a:xfrm xmlns:a="http://schemas.openxmlformats.org/drawingml/2006/main">
            <a:off x="8210550" y="4267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正確McNemar検定</a:t>
            </a:r>
          </a:p>
        </p:txBody>
      </p:sp>
      <p:sp>
        <p:nvSpPr>
          <p:cNvPr id="15" name="">
            <a:extLst xmlns:a="http://schemas.openxmlformats.org/drawingml/2006/main">
              <a:ext uri="{FF2B5EF4-FFF2-40B4-BE49-F238E27FC236}">
                <a16:creationId xmlns:a16="http://schemas.microsoft.com/office/drawing/2014/main" id="{10C2F6ED-37E9-4075-9DCA-E44DB12176E5}"/>
              </a:ext>
            </a:extLst>
          </p:cNvPr>
          <p:cNvSpPr>
            <a:spLocks xmlns:a="http://schemas.openxmlformats.org/drawingml/2006/main" noGrp="1"/>
          </p:cNvSpPr>
          <p:nvPr/>
        </p:nvSpPr>
        <p:spPr>
          <a:xfrm xmlns:a="http://schemas.openxmlformats.org/drawingml/2006/main">
            <a:off x="8210550" y="4629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175" b="1" i="0">
                <a:solidFill>
                  <a:srgbClr val="3D8DFF"/>
                </a:solidFill>
                <a:latin typeface="Noto Sans CJK TC"/>
                <a:ea typeface="Noto Sans CJK TC"/>
                <a:cs typeface="Noto Sans CJK TC"/>
              </a:defRPr>
            </a:pPr>
            <a:r>
              <a:rPr sz="2175" b="1" i="0">
                <a:solidFill>
                  <a:srgbClr val="3D8DFF"/>
                </a:solidFill>
                <a:latin typeface="Noto Sans CJK TC"/>
                <a:ea typeface="Noto Sans CJK TC"/>
                <a:cs typeface="Noto Sans CJK TC"/>
              </a:rPr>
              <a:t>p = 0.000794</a:t>
            </a:r>
          </a:p>
        </p:txBody>
      </p:sp>
      <p:sp>
        <p:nvSpPr>
          <p:cNvPr id="16" name="">
            <a:extLst xmlns:a="http://schemas.openxmlformats.org/drawingml/2006/main">
              <a:ext uri="{FF2B5EF4-FFF2-40B4-BE49-F238E27FC236}">
                <a16:creationId xmlns:a16="http://schemas.microsoft.com/office/drawing/2014/main" id="{8C0FB19E-6456-42D6-AF26-500A076BBAF4}"/>
              </a:ext>
            </a:extLst>
          </p:cNvPr>
          <p:cNvSpPr>
            <a:spLocks xmlns:a="http://schemas.openxmlformats.org/drawingml/2006/main" noGrp="1"/>
          </p:cNvSpPr>
          <p:nvPr/>
        </p:nvSpPr>
        <p:spPr>
          <a:xfrm xmlns:a="http://schemas.openxmlformats.org/drawingml/2006/main">
            <a:off x="8210550" y="5372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425" b="1" i="0">
                <a:solidFill>
                  <a:srgbClr val="35A56F"/>
                </a:solidFill>
                <a:latin typeface="Noto Sans CJK TC"/>
                <a:ea typeface="Noto Sans CJK TC"/>
                <a:cs typeface="Noto Sans CJK TC"/>
              </a:defRPr>
            </a:pPr>
            <a:r>
              <a:rPr sz="1425" b="1" i="0">
                <a:solidFill>
                  <a:srgbClr val="35A56F"/>
                </a:solidFill>
                <a:latin typeface="Noto Sans CJK TC"/>
                <a:ea typeface="Noto Sans CJK TC"/>
                <a:cs typeface="Noto Sans CJK TC"/>
              </a:rPr>
              <a:t>事前に定めた5基準：すべて通過</a:t>
            </a:r>
          </a:p>
        </p:txBody>
      </p:sp>
      <p:sp>
        <p:nvSpPr>
          <p:cNvPr id="17" name="">
            <a:extLst xmlns:a="http://schemas.openxmlformats.org/drawingml/2006/main">
              <a:ext uri="{FF2B5EF4-FFF2-40B4-BE49-F238E27FC236}">
                <a16:creationId xmlns:a16="http://schemas.microsoft.com/office/drawing/2014/main" id="{9B3F3379-8C1E-436A-BC0D-5ACE8BB2C7C7}"/>
              </a:ext>
            </a:extLst>
          </p:cNvPr>
          <p:cNvSpPr>
            <a:spLocks xmlns:a="http://schemas.openxmlformats.org/drawingml/2006/main" noGrp="1"/>
          </p:cNvSpPr>
          <p:nvPr/>
        </p:nvSpPr>
        <p:spPr>
          <a:xfrm xmlns:a="http://schemas.openxmlformats.org/drawingml/2006/main">
            <a:off x="533400" y="6153150"/>
            <a:ext cx="1072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75" b="1" i="0">
                <a:solidFill>
                  <a:srgbClr val="D75252"/>
                </a:solidFill>
                <a:latin typeface="Noto Sans CJK TC"/>
                <a:ea typeface="Noto Sans CJK TC"/>
                <a:cs typeface="Noto Sans CJK TC"/>
              </a:defRPr>
            </a:pPr>
            <a:r>
              <a:rPr sz="1275" b="1" i="0">
                <a:solidFill>
                  <a:srgbClr val="D75252"/>
                </a:solidFill>
                <a:latin typeface="Noto Sans CJK TC"/>
                <a:ea typeface="Noto Sans CJK TC"/>
                <a:cs typeface="Noto Sans CJK TC"/>
              </a:rPr>
              <a:t>正確な結論：限定的な正の優位を確認。すべての語用理解や人間理解の向上は主張できない。</a:t>
            </a:r>
          </a:p>
        </p:txBody>
      </p:sp>
    </p:spTree>
    <p:extLst>
      <p:ext uri="{BB962C8B-B14F-4D97-AF65-F5344CB8AC3E}">
        <p14:creationId xmlns:p14="http://schemas.microsoft.com/office/powerpoint/2010/main" val="6149135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3" name="">
            <a:extLst xmlns:a="http://schemas.openxmlformats.org/drawingml/2006/main">
              <a:ext uri="{FF2B5EF4-FFF2-40B4-BE49-F238E27FC236}">
                <a16:creationId xmlns:a16="http://schemas.microsoft.com/office/drawing/2014/main" id="{8DF5ABFF-6EE9-4435-86A0-C67101B5C686}"/>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実験結果そのものを可視化する</a:t>
            </a:r>
          </a:p>
        </p:txBody>
      </p:sp>
      <p:sp>
        <p:nvSpPr>
          <p:cNvPr id="2" name="">
            <a:extLst xmlns:a="http://schemas.openxmlformats.org/drawingml/2006/main">
              <a:ext uri="{FF2B5EF4-FFF2-40B4-BE49-F238E27FC236}">
                <a16:creationId xmlns:a16="http://schemas.microsoft.com/office/drawing/2014/main" id="{EFCC1DFF-8A0D-4EA7-B078-FB09426EE824}"/>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300問の実分布：Oursの純優位は48問、ちょうど+16.0pp</a:t>
            </a:r>
          </a:p>
        </p:txBody>
      </p:sp>
      <p:sp>
        <p:nvSpPr>
          <p:cNvPr id="3" name="">
            <a:extLst xmlns:a="http://schemas.openxmlformats.org/drawingml/2006/main">
              <a:ext uri="{FF2B5EF4-FFF2-40B4-BE49-F238E27FC236}">
                <a16:creationId xmlns:a16="http://schemas.microsoft.com/office/drawing/2014/main" id="{A332B9C4-9499-4B43-BD3B-8A5108CC5A43}"/>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50AF4AEF-B8A1-434B-89DC-BC509950DC69}"/>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17</a:t>
            </a:r>
          </a:p>
        </p:txBody>
      </p:sp>
      <p:sp>
        <p:nvSpPr>
          <p:cNvPr id="5" name="">
            <a:extLst xmlns:a="http://schemas.openxmlformats.org/drawingml/2006/main">
              <a:ext uri="{FF2B5EF4-FFF2-40B4-BE49-F238E27FC236}">
                <a16:creationId xmlns:a16="http://schemas.microsoft.com/office/drawing/2014/main" id="{FC10E0CE-1464-489D-8939-D9F2B5F7F88F}"/>
              </a:ext>
            </a:extLst>
          </p:cNvPr>
          <p:cNvSpPr>
            <a:spLocks xmlns:a="http://schemas.openxmlformats.org/drawingml/2006/main" noGrp="1"/>
          </p:cNvSpPr>
          <p:nvPr/>
        </p:nvSpPr>
        <p:spPr>
          <a:xfrm xmlns:a="http://schemas.openxmlformats.org/drawingml/2006/main">
            <a:off x="590550" y="14097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536174"/>
                </a:solidFill>
                <a:latin typeface="Noto Sans CJK TC"/>
                <a:ea typeface="Noto Sans CJK TC"/>
                <a:cs typeface="Noto Sans CJK TC"/>
              </a:defRPr>
            </a:pPr>
            <a:r>
              <a:rPr sz="1275" b="0" i="0">
                <a:solidFill>
                  <a:srgbClr val="536174"/>
                </a:solidFill>
                <a:latin typeface="Noto Sans CJK TC"/>
                <a:ea typeface="Noto Sans CJK TC"/>
                <a:cs typeface="Noto Sans CJK TC"/>
              </a:rPr>
              <a:t>各マスは同一問題の対応比較1件を表す</a:t>
            </a:r>
          </a:p>
        </p:txBody>
      </p:sp>
      <p:sp>
        <p:nvSpPr>
          <p:cNvPr id="6" name="">
            <a:extLst xmlns:a="http://schemas.openxmlformats.org/drawingml/2006/main">
              <a:ext uri="{FF2B5EF4-FFF2-40B4-BE49-F238E27FC236}">
                <a16:creationId xmlns:a16="http://schemas.microsoft.com/office/drawing/2014/main" id="{4C80D0F5-EF54-4710-9E90-D8A310AB2EB5}"/>
              </a:ext>
            </a:extLst>
          </p:cNvPr>
          <p:cNvSpPr>
            <a:spLocks xmlns:a="http://schemas.openxmlformats.org/drawingml/2006/main" noGrp="1"/>
          </p:cNvSpPr>
          <p:nvPr/>
        </p:nvSpPr>
        <p:spPr>
          <a:xfrm xmlns:a="http://schemas.openxmlformats.org/drawingml/2006/main">
            <a:off x="60960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BCA90EEA-D210-461F-835B-B4A8692CD7B6}"/>
              </a:ext>
            </a:extLst>
          </p:cNvPr>
          <p:cNvSpPr>
            <a:spLocks xmlns:a="http://schemas.openxmlformats.org/drawingml/2006/main" noGrp="1"/>
          </p:cNvSpPr>
          <p:nvPr/>
        </p:nvSpPr>
        <p:spPr>
          <a:xfrm xmlns:a="http://schemas.openxmlformats.org/drawingml/2006/main">
            <a:off x="84772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 name="">
            <a:extLst xmlns:a="http://schemas.openxmlformats.org/drawingml/2006/main">
              <a:ext uri="{FF2B5EF4-FFF2-40B4-BE49-F238E27FC236}">
                <a16:creationId xmlns:a16="http://schemas.microsoft.com/office/drawing/2014/main" id="{45A48D2E-4E0E-4058-AAC1-A09D5850BB92}"/>
              </a:ext>
            </a:extLst>
          </p:cNvPr>
          <p:cNvSpPr>
            <a:spLocks xmlns:a="http://schemas.openxmlformats.org/drawingml/2006/main" noGrp="1"/>
          </p:cNvSpPr>
          <p:nvPr/>
        </p:nvSpPr>
        <p:spPr>
          <a:xfrm xmlns:a="http://schemas.openxmlformats.org/drawingml/2006/main">
            <a:off x="108585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0F4DF461-4368-4C68-95B8-E7187E91A126}"/>
              </a:ext>
            </a:extLst>
          </p:cNvPr>
          <p:cNvSpPr>
            <a:spLocks xmlns:a="http://schemas.openxmlformats.org/drawingml/2006/main" noGrp="1"/>
          </p:cNvSpPr>
          <p:nvPr/>
        </p:nvSpPr>
        <p:spPr>
          <a:xfrm xmlns:a="http://schemas.openxmlformats.org/drawingml/2006/main">
            <a:off x="132397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246E6042-626B-4B1D-9BDB-270457510692}"/>
              </a:ext>
            </a:extLst>
          </p:cNvPr>
          <p:cNvSpPr>
            <a:spLocks xmlns:a="http://schemas.openxmlformats.org/drawingml/2006/main" noGrp="1"/>
          </p:cNvSpPr>
          <p:nvPr/>
        </p:nvSpPr>
        <p:spPr>
          <a:xfrm xmlns:a="http://schemas.openxmlformats.org/drawingml/2006/main">
            <a:off x="156210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D6332C1A-CBDD-4A15-AE5F-CBB313E1EE2C}"/>
              </a:ext>
            </a:extLst>
          </p:cNvPr>
          <p:cNvSpPr>
            <a:spLocks xmlns:a="http://schemas.openxmlformats.org/drawingml/2006/main" noGrp="1"/>
          </p:cNvSpPr>
          <p:nvPr/>
        </p:nvSpPr>
        <p:spPr>
          <a:xfrm xmlns:a="http://schemas.openxmlformats.org/drawingml/2006/main">
            <a:off x="180022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 name="">
            <a:extLst xmlns:a="http://schemas.openxmlformats.org/drawingml/2006/main">
              <a:ext uri="{FF2B5EF4-FFF2-40B4-BE49-F238E27FC236}">
                <a16:creationId xmlns:a16="http://schemas.microsoft.com/office/drawing/2014/main" id="{68F8CB5C-E2E7-46F3-90D2-EE729606B968}"/>
              </a:ext>
            </a:extLst>
          </p:cNvPr>
          <p:cNvSpPr>
            <a:spLocks xmlns:a="http://schemas.openxmlformats.org/drawingml/2006/main" noGrp="1"/>
          </p:cNvSpPr>
          <p:nvPr/>
        </p:nvSpPr>
        <p:spPr>
          <a:xfrm xmlns:a="http://schemas.openxmlformats.org/drawingml/2006/main">
            <a:off x="203835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E15C7F6D-2F3D-4156-A8A5-EDD92A0B96C0}"/>
              </a:ext>
            </a:extLst>
          </p:cNvPr>
          <p:cNvSpPr>
            <a:spLocks xmlns:a="http://schemas.openxmlformats.org/drawingml/2006/main" noGrp="1"/>
          </p:cNvSpPr>
          <p:nvPr/>
        </p:nvSpPr>
        <p:spPr>
          <a:xfrm xmlns:a="http://schemas.openxmlformats.org/drawingml/2006/main">
            <a:off x="227647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3DD1DFC7-0BA4-4D23-BCD8-EA8B19C19A94}"/>
              </a:ext>
            </a:extLst>
          </p:cNvPr>
          <p:cNvSpPr>
            <a:spLocks xmlns:a="http://schemas.openxmlformats.org/drawingml/2006/main" noGrp="1"/>
          </p:cNvSpPr>
          <p:nvPr/>
        </p:nvSpPr>
        <p:spPr>
          <a:xfrm xmlns:a="http://schemas.openxmlformats.org/drawingml/2006/main">
            <a:off x="251460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5CFFFB73-810A-4EC1-AD8B-45A17FB3C375}"/>
              </a:ext>
            </a:extLst>
          </p:cNvPr>
          <p:cNvSpPr>
            <a:spLocks xmlns:a="http://schemas.openxmlformats.org/drawingml/2006/main" noGrp="1"/>
          </p:cNvSpPr>
          <p:nvPr/>
        </p:nvSpPr>
        <p:spPr>
          <a:xfrm xmlns:a="http://schemas.openxmlformats.org/drawingml/2006/main">
            <a:off x="275272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6" name="">
            <a:extLst xmlns:a="http://schemas.openxmlformats.org/drawingml/2006/main">
              <a:ext uri="{FF2B5EF4-FFF2-40B4-BE49-F238E27FC236}">
                <a16:creationId xmlns:a16="http://schemas.microsoft.com/office/drawing/2014/main" id="{9574722F-8077-4327-919E-82329A62C95F}"/>
              </a:ext>
            </a:extLst>
          </p:cNvPr>
          <p:cNvSpPr>
            <a:spLocks xmlns:a="http://schemas.openxmlformats.org/drawingml/2006/main" noGrp="1"/>
          </p:cNvSpPr>
          <p:nvPr/>
        </p:nvSpPr>
        <p:spPr>
          <a:xfrm xmlns:a="http://schemas.openxmlformats.org/drawingml/2006/main">
            <a:off x="299085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7" name="">
            <a:extLst xmlns:a="http://schemas.openxmlformats.org/drawingml/2006/main">
              <a:ext uri="{FF2B5EF4-FFF2-40B4-BE49-F238E27FC236}">
                <a16:creationId xmlns:a16="http://schemas.microsoft.com/office/drawing/2014/main" id="{6BDC6261-7259-40B5-850A-E90EC737697A}"/>
              </a:ext>
            </a:extLst>
          </p:cNvPr>
          <p:cNvSpPr>
            <a:spLocks xmlns:a="http://schemas.openxmlformats.org/drawingml/2006/main" noGrp="1"/>
          </p:cNvSpPr>
          <p:nvPr/>
        </p:nvSpPr>
        <p:spPr>
          <a:xfrm xmlns:a="http://schemas.openxmlformats.org/drawingml/2006/main">
            <a:off x="322897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6CFFEA64-0525-4557-A6C8-8D88E4994148}"/>
              </a:ext>
            </a:extLst>
          </p:cNvPr>
          <p:cNvSpPr>
            <a:spLocks xmlns:a="http://schemas.openxmlformats.org/drawingml/2006/main" noGrp="1"/>
          </p:cNvSpPr>
          <p:nvPr/>
        </p:nvSpPr>
        <p:spPr>
          <a:xfrm xmlns:a="http://schemas.openxmlformats.org/drawingml/2006/main">
            <a:off x="346710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FA4F677B-A9C8-4A38-966A-C75CD780B55C}"/>
              </a:ext>
            </a:extLst>
          </p:cNvPr>
          <p:cNvSpPr>
            <a:spLocks xmlns:a="http://schemas.openxmlformats.org/drawingml/2006/main" noGrp="1"/>
          </p:cNvSpPr>
          <p:nvPr/>
        </p:nvSpPr>
        <p:spPr>
          <a:xfrm xmlns:a="http://schemas.openxmlformats.org/drawingml/2006/main">
            <a:off x="370522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0" name="">
            <a:extLst xmlns:a="http://schemas.openxmlformats.org/drawingml/2006/main">
              <a:ext uri="{FF2B5EF4-FFF2-40B4-BE49-F238E27FC236}">
                <a16:creationId xmlns:a16="http://schemas.microsoft.com/office/drawing/2014/main" id="{7D29FAB8-747E-4DA7-B584-70E0A408C67D}"/>
              </a:ext>
            </a:extLst>
          </p:cNvPr>
          <p:cNvSpPr>
            <a:spLocks xmlns:a="http://schemas.openxmlformats.org/drawingml/2006/main" noGrp="1"/>
          </p:cNvSpPr>
          <p:nvPr/>
        </p:nvSpPr>
        <p:spPr>
          <a:xfrm xmlns:a="http://schemas.openxmlformats.org/drawingml/2006/main">
            <a:off x="394335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1" name="">
            <a:extLst xmlns:a="http://schemas.openxmlformats.org/drawingml/2006/main">
              <a:ext uri="{FF2B5EF4-FFF2-40B4-BE49-F238E27FC236}">
                <a16:creationId xmlns:a16="http://schemas.microsoft.com/office/drawing/2014/main" id="{1023AFAD-4D36-444B-9596-78C3D2FEBC04}"/>
              </a:ext>
            </a:extLst>
          </p:cNvPr>
          <p:cNvSpPr>
            <a:spLocks xmlns:a="http://schemas.openxmlformats.org/drawingml/2006/main" noGrp="1"/>
          </p:cNvSpPr>
          <p:nvPr/>
        </p:nvSpPr>
        <p:spPr>
          <a:xfrm xmlns:a="http://schemas.openxmlformats.org/drawingml/2006/main">
            <a:off x="418147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2AD3F875-F48B-4F83-A936-A8336D4C3158}"/>
              </a:ext>
            </a:extLst>
          </p:cNvPr>
          <p:cNvSpPr>
            <a:spLocks xmlns:a="http://schemas.openxmlformats.org/drawingml/2006/main" noGrp="1"/>
          </p:cNvSpPr>
          <p:nvPr/>
        </p:nvSpPr>
        <p:spPr>
          <a:xfrm xmlns:a="http://schemas.openxmlformats.org/drawingml/2006/main">
            <a:off x="441960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3" name="">
            <a:extLst xmlns:a="http://schemas.openxmlformats.org/drawingml/2006/main">
              <a:ext uri="{FF2B5EF4-FFF2-40B4-BE49-F238E27FC236}">
                <a16:creationId xmlns:a16="http://schemas.microsoft.com/office/drawing/2014/main" id="{97A00908-72AD-42EB-A91F-E66296225E07}"/>
              </a:ext>
            </a:extLst>
          </p:cNvPr>
          <p:cNvSpPr>
            <a:spLocks xmlns:a="http://schemas.openxmlformats.org/drawingml/2006/main" noGrp="1"/>
          </p:cNvSpPr>
          <p:nvPr/>
        </p:nvSpPr>
        <p:spPr>
          <a:xfrm xmlns:a="http://schemas.openxmlformats.org/drawingml/2006/main">
            <a:off x="465772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4" name="">
            <a:extLst xmlns:a="http://schemas.openxmlformats.org/drawingml/2006/main">
              <a:ext uri="{FF2B5EF4-FFF2-40B4-BE49-F238E27FC236}">
                <a16:creationId xmlns:a16="http://schemas.microsoft.com/office/drawing/2014/main" id="{217A936F-F365-4DF5-84A6-2EB9C6325AC4}"/>
              </a:ext>
            </a:extLst>
          </p:cNvPr>
          <p:cNvSpPr>
            <a:spLocks xmlns:a="http://schemas.openxmlformats.org/drawingml/2006/main" noGrp="1"/>
          </p:cNvSpPr>
          <p:nvPr/>
        </p:nvSpPr>
        <p:spPr>
          <a:xfrm xmlns:a="http://schemas.openxmlformats.org/drawingml/2006/main">
            <a:off x="4895850"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5" name="">
            <a:extLst xmlns:a="http://schemas.openxmlformats.org/drawingml/2006/main">
              <a:ext uri="{FF2B5EF4-FFF2-40B4-BE49-F238E27FC236}">
                <a16:creationId xmlns:a16="http://schemas.microsoft.com/office/drawing/2014/main" id="{24834743-A4AA-4562-827A-8E8533AC4470}"/>
              </a:ext>
            </a:extLst>
          </p:cNvPr>
          <p:cNvSpPr>
            <a:spLocks xmlns:a="http://schemas.openxmlformats.org/drawingml/2006/main" noGrp="1"/>
          </p:cNvSpPr>
          <p:nvPr/>
        </p:nvSpPr>
        <p:spPr>
          <a:xfrm xmlns:a="http://schemas.openxmlformats.org/drawingml/2006/main">
            <a:off x="5133975" y="18097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6" name="">
            <a:extLst xmlns:a="http://schemas.openxmlformats.org/drawingml/2006/main">
              <a:ext uri="{FF2B5EF4-FFF2-40B4-BE49-F238E27FC236}">
                <a16:creationId xmlns:a16="http://schemas.microsoft.com/office/drawing/2014/main" id="{E8B75462-CBE8-448C-A3DA-65F6439B995B}"/>
              </a:ext>
            </a:extLst>
          </p:cNvPr>
          <p:cNvSpPr>
            <a:spLocks xmlns:a="http://schemas.openxmlformats.org/drawingml/2006/main" noGrp="1"/>
          </p:cNvSpPr>
          <p:nvPr/>
        </p:nvSpPr>
        <p:spPr>
          <a:xfrm xmlns:a="http://schemas.openxmlformats.org/drawingml/2006/main">
            <a:off x="60960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7" name="">
            <a:extLst xmlns:a="http://schemas.openxmlformats.org/drawingml/2006/main">
              <a:ext uri="{FF2B5EF4-FFF2-40B4-BE49-F238E27FC236}">
                <a16:creationId xmlns:a16="http://schemas.microsoft.com/office/drawing/2014/main" id="{8546E6AD-5583-4663-B658-BC87376AFF4F}"/>
              </a:ext>
            </a:extLst>
          </p:cNvPr>
          <p:cNvSpPr>
            <a:spLocks xmlns:a="http://schemas.openxmlformats.org/drawingml/2006/main" noGrp="1"/>
          </p:cNvSpPr>
          <p:nvPr/>
        </p:nvSpPr>
        <p:spPr>
          <a:xfrm xmlns:a="http://schemas.openxmlformats.org/drawingml/2006/main">
            <a:off x="84772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8" name="">
            <a:extLst xmlns:a="http://schemas.openxmlformats.org/drawingml/2006/main">
              <a:ext uri="{FF2B5EF4-FFF2-40B4-BE49-F238E27FC236}">
                <a16:creationId xmlns:a16="http://schemas.microsoft.com/office/drawing/2014/main" id="{ED0C6DDD-30A5-47B8-9194-268D85FE2FA5}"/>
              </a:ext>
            </a:extLst>
          </p:cNvPr>
          <p:cNvSpPr>
            <a:spLocks xmlns:a="http://schemas.openxmlformats.org/drawingml/2006/main" noGrp="1"/>
          </p:cNvSpPr>
          <p:nvPr/>
        </p:nvSpPr>
        <p:spPr>
          <a:xfrm xmlns:a="http://schemas.openxmlformats.org/drawingml/2006/main">
            <a:off x="108585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29" name="">
            <a:extLst xmlns:a="http://schemas.openxmlformats.org/drawingml/2006/main">
              <a:ext uri="{FF2B5EF4-FFF2-40B4-BE49-F238E27FC236}">
                <a16:creationId xmlns:a16="http://schemas.microsoft.com/office/drawing/2014/main" id="{2D45D4E9-1226-4CA5-B5EB-59A24522E6A1}"/>
              </a:ext>
            </a:extLst>
          </p:cNvPr>
          <p:cNvSpPr>
            <a:spLocks xmlns:a="http://schemas.openxmlformats.org/drawingml/2006/main" noGrp="1"/>
          </p:cNvSpPr>
          <p:nvPr/>
        </p:nvSpPr>
        <p:spPr>
          <a:xfrm xmlns:a="http://schemas.openxmlformats.org/drawingml/2006/main">
            <a:off x="132397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0" name="">
            <a:extLst xmlns:a="http://schemas.openxmlformats.org/drawingml/2006/main">
              <a:ext uri="{FF2B5EF4-FFF2-40B4-BE49-F238E27FC236}">
                <a16:creationId xmlns:a16="http://schemas.microsoft.com/office/drawing/2014/main" id="{1688E784-4F94-4582-BD43-A1AB7A7AE08D}"/>
              </a:ext>
            </a:extLst>
          </p:cNvPr>
          <p:cNvSpPr>
            <a:spLocks xmlns:a="http://schemas.openxmlformats.org/drawingml/2006/main" noGrp="1"/>
          </p:cNvSpPr>
          <p:nvPr/>
        </p:nvSpPr>
        <p:spPr>
          <a:xfrm xmlns:a="http://schemas.openxmlformats.org/drawingml/2006/main">
            <a:off x="156210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1" name="">
            <a:extLst xmlns:a="http://schemas.openxmlformats.org/drawingml/2006/main">
              <a:ext uri="{FF2B5EF4-FFF2-40B4-BE49-F238E27FC236}">
                <a16:creationId xmlns:a16="http://schemas.microsoft.com/office/drawing/2014/main" id="{187C46C2-58CC-42AD-934C-A09C0B1D5429}"/>
              </a:ext>
            </a:extLst>
          </p:cNvPr>
          <p:cNvSpPr>
            <a:spLocks xmlns:a="http://schemas.openxmlformats.org/drawingml/2006/main" noGrp="1"/>
          </p:cNvSpPr>
          <p:nvPr/>
        </p:nvSpPr>
        <p:spPr>
          <a:xfrm xmlns:a="http://schemas.openxmlformats.org/drawingml/2006/main">
            <a:off x="180022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2" name="">
            <a:extLst xmlns:a="http://schemas.openxmlformats.org/drawingml/2006/main">
              <a:ext uri="{FF2B5EF4-FFF2-40B4-BE49-F238E27FC236}">
                <a16:creationId xmlns:a16="http://schemas.microsoft.com/office/drawing/2014/main" id="{3A79EAF9-64AB-4E69-B72F-2E612C01D327}"/>
              </a:ext>
            </a:extLst>
          </p:cNvPr>
          <p:cNvSpPr>
            <a:spLocks xmlns:a="http://schemas.openxmlformats.org/drawingml/2006/main" noGrp="1"/>
          </p:cNvSpPr>
          <p:nvPr/>
        </p:nvSpPr>
        <p:spPr>
          <a:xfrm xmlns:a="http://schemas.openxmlformats.org/drawingml/2006/main">
            <a:off x="203835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3" name="">
            <a:extLst xmlns:a="http://schemas.openxmlformats.org/drawingml/2006/main">
              <a:ext uri="{FF2B5EF4-FFF2-40B4-BE49-F238E27FC236}">
                <a16:creationId xmlns:a16="http://schemas.microsoft.com/office/drawing/2014/main" id="{A6B10F8C-669C-4EE4-85EB-CE429BC71DA2}"/>
              </a:ext>
            </a:extLst>
          </p:cNvPr>
          <p:cNvSpPr>
            <a:spLocks xmlns:a="http://schemas.openxmlformats.org/drawingml/2006/main" noGrp="1"/>
          </p:cNvSpPr>
          <p:nvPr/>
        </p:nvSpPr>
        <p:spPr>
          <a:xfrm xmlns:a="http://schemas.openxmlformats.org/drawingml/2006/main">
            <a:off x="227647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4" name="">
            <a:extLst xmlns:a="http://schemas.openxmlformats.org/drawingml/2006/main">
              <a:ext uri="{FF2B5EF4-FFF2-40B4-BE49-F238E27FC236}">
                <a16:creationId xmlns:a16="http://schemas.microsoft.com/office/drawing/2014/main" id="{4C44D05E-B088-4E02-9782-A20EE6108EFB}"/>
              </a:ext>
            </a:extLst>
          </p:cNvPr>
          <p:cNvSpPr>
            <a:spLocks xmlns:a="http://schemas.openxmlformats.org/drawingml/2006/main" noGrp="1"/>
          </p:cNvSpPr>
          <p:nvPr/>
        </p:nvSpPr>
        <p:spPr>
          <a:xfrm xmlns:a="http://schemas.openxmlformats.org/drawingml/2006/main">
            <a:off x="251460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5" name="">
            <a:extLst xmlns:a="http://schemas.openxmlformats.org/drawingml/2006/main">
              <a:ext uri="{FF2B5EF4-FFF2-40B4-BE49-F238E27FC236}">
                <a16:creationId xmlns:a16="http://schemas.microsoft.com/office/drawing/2014/main" id="{794B5ECD-5D67-416A-950F-33CCB7D1E054}"/>
              </a:ext>
            </a:extLst>
          </p:cNvPr>
          <p:cNvSpPr>
            <a:spLocks xmlns:a="http://schemas.openxmlformats.org/drawingml/2006/main" noGrp="1"/>
          </p:cNvSpPr>
          <p:nvPr/>
        </p:nvSpPr>
        <p:spPr>
          <a:xfrm xmlns:a="http://schemas.openxmlformats.org/drawingml/2006/main">
            <a:off x="275272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6" name="">
            <a:extLst xmlns:a="http://schemas.openxmlformats.org/drawingml/2006/main">
              <a:ext uri="{FF2B5EF4-FFF2-40B4-BE49-F238E27FC236}">
                <a16:creationId xmlns:a16="http://schemas.microsoft.com/office/drawing/2014/main" id="{0F641F83-101D-4815-9286-A56EDA8898B9}"/>
              </a:ext>
            </a:extLst>
          </p:cNvPr>
          <p:cNvSpPr>
            <a:spLocks xmlns:a="http://schemas.openxmlformats.org/drawingml/2006/main" noGrp="1"/>
          </p:cNvSpPr>
          <p:nvPr/>
        </p:nvSpPr>
        <p:spPr>
          <a:xfrm xmlns:a="http://schemas.openxmlformats.org/drawingml/2006/main">
            <a:off x="299085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7" name="">
            <a:extLst xmlns:a="http://schemas.openxmlformats.org/drawingml/2006/main">
              <a:ext uri="{FF2B5EF4-FFF2-40B4-BE49-F238E27FC236}">
                <a16:creationId xmlns:a16="http://schemas.microsoft.com/office/drawing/2014/main" id="{70902820-DC20-4E7E-98B3-73E8EA9E651D}"/>
              </a:ext>
            </a:extLst>
          </p:cNvPr>
          <p:cNvSpPr>
            <a:spLocks xmlns:a="http://schemas.openxmlformats.org/drawingml/2006/main" noGrp="1"/>
          </p:cNvSpPr>
          <p:nvPr/>
        </p:nvSpPr>
        <p:spPr>
          <a:xfrm xmlns:a="http://schemas.openxmlformats.org/drawingml/2006/main">
            <a:off x="322897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8" name="">
            <a:extLst xmlns:a="http://schemas.openxmlformats.org/drawingml/2006/main">
              <a:ext uri="{FF2B5EF4-FFF2-40B4-BE49-F238E27FC236}">
                <a16:creationId xmlns:a16="http://schemas.microsoft.com/office/drawing/2014/main" id="{D33FD5DE-3AF6-4AB3-A5FF-866733FC8DC0}"/>
              </a:ext>
            </a:extLst>
          </p:cNvPr>
          <p:cNvSpPr>
            <a:spLocks xmlns:a="http://schemas.openxmlformats.org/drawingml/2006/main" noGrp="1"/>
          </p:cNvSpPr>
          <p:nvPr/>
        </p:nvSpPr>
        <p:spPr>
          <a:xfrm xmlns:a="http://schemas.openxmlformats.org/drawingml/2006/main">
            <a:off x="346710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39" name="">
            <a:extLst xmlns:a="http://schemas.openxmlformats.org/drawingml/2006/main">
              <a:ext uri="{FF2B5EF4-FFF2-40B4-BE49-F238E27FC236}">
                <a16:creationId xmlns:a16="http://schemas.microsoft.com/office/drawing/2014/main" id="{3C992D37-481C-4F44-8F2F-74AA92780C2E}"/>
              </a:ext>
            </a:extLst>
          </p:cNvPr>
          <p:cNvSpPr>
            <a:spLocks xmlns:a="http://schemas.openxmlformats.org/drawingml/2006/main" noGrp="1"/>
          </p:cNvSpPr>
          <p:nvPr/>
        </p:nvSpPr>
        <p:spPr>
          <a:xfrm xmlns:a="http://schemas.openxmlformats.org/drawingml/2006/main">
            <a:off x="370522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0" name="">
            <a:extLst xmlns:a="http://schemas.openxmlformats.org/drawingml/2006/main">
              <a:ext uri="{FF2B5EF4-FFF2-40B4-BE49-F238E27FC236}">
                <a16:creationId xmlns:a16="http://schemas.microsoft.com/office/drawing/2014/main" id="{3CED4EBE-18BA-4364-AFBB-2326C53266F6}"/>
              </a:ext>
            </a:extLst>
          </p:cNvPr>
          <p:cNvSpPr>
            <a:spLocks xmlns:a="http://schemas.openxmlformats.org/drawingml/2006/main" noGrp="1"/>
          </p:cNvSpPr>
          <p:nvPr/>
        </p:nvSpPr>
        <p:spPr>
          <a:xfrm xmlns:a="http://schemas.openxmlformats.org/drawingml/2006/main">
            <a:off x="394335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1" name="">
            <a:extLst xmlns:a="http://schemas.openxmlformats.org/drawingml/2006/main">
              <a:ext uri="{FF2B5EF4-FFF2-40B4-BE49-F238E27FC236}">
                <a16:creationId xmlns:a16="http://schemas.microsoft.com/office/drawing/2014/main" id="{3AD37659-84A2-40EA-93D9-1C20EA5561FD}"/>
              </a:ext>
            </a:extLst>
          </p:cNvPr>
          <p:cNvSpPr>
            <a:spLocks xmlns:a="http://schemas.openxmlformats.org/drawingml/2006/main" noGrp="1"/>
          </p:cNvSpPr>
          <p:nvPr/>
        </p:nvSpPr>
        <p:spPr>
          <a:xfrm xmlns:a="http://schemas.openxmlformats.org/drawingml/2006/main">
            <a:off x="418147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2" name="">
            <a:extLst xmlns:a="http://schemas.openxmlformats.org/drawingml/2006/main">
              <a:ext uri="{FF2B5EF4-FFF2-40B4-BE49-F238E27FC236}">
                <a16:creationId xmlns:a16="http://schemas.microsoft.com/office/drawing/2014/main" id="{D4102212-B07F-4E80-9D1D-5EC9F132CF3A}"/>
              </a:ext>
            </a:extLst>
          </p:cNvPr>
          <p:cNvSpPr>
            <a:spLocks xmlns:a="http://schemas.openxmlformats.org/drawingml/2006/main" noGrp="1"/>
          </p:cNvSpPr>
          <p:nvPr/>
        </p:nvSpPr>
        <p:spPr>
          <a:xfrm xmlns:a="http://schemas.openxmlformats.org/drawingml/2006/main">
            <a:off x="441960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3" name="">
            <a:extLst xmlns:a="http://schemas.openxmlformats.org/drawingml/2006/main">
              <a:ext uri="{FF2B5EF4-FFF2-40B4-BE49-F238E27FC236}">
                <a16:creationId xmlns:a16="http://schemas.microsoft.com/office/drawing/2014/main" id="{35EAF565-CCCC-4605-9B03-C5F15FDC3806}"/>
              </a:ext>
            </a:extLst>
          </p:cNvPr>
          <p:cNvSpPr>
            <a:spLocks xmlns:a="http://schemas.openxmlformats.org/drawingml/2006/main" noGrp="1"/>
          </p:cNvSpPr>
          <p:nvPr/>
        </p:nvSpPr>
        <p:spPr>
          <a:xfrm xmlns:a="http://schemas.openxmlformats.org/drawingml/2006/main">
            <a:off x="465772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4" name="">
            <a:extLst xmlns:a="http://schemas.openxmlformats.org/drawingml/2006/main">
              <a:ext uri="{FF2B5EF4-FFF2-40B4-BE49-F238E27FC236}">
                <a16:creationId xmlns:a16="http://schemas.microsoft.com/office/drawing/2014/main" id="{1E7B18B0-62A9-468C-87F8-974114733FD8}"/>
              </a:ext>
            </a:extLst>
          </p:cNvPr>
          <p:cNvSpPr>
            <a:spLocks xmlns:a="http://schemas.openxmlformats.org/drawingml/2006/main" noGrp="1"/>
          </p:cNvSpPr>
          <p:nvPr/>
        </p:nvSpPr>
        <p:spPr>
          <a:xfrm xmlns:a="http://schemas.openxmlformats.org/drawingml/2006/main">
            <a:off x="4895850"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5" name="">
            <a:extLst xmlns:a="http://schemas.openxmlformats.org/drawingml/2006/main">
              <a:ext uri="{FF2B5EF4-FFF2-40B4-BE49-F238E27FC236}">
                <a16:creationId xmlns:a16="http://schemas.microsoft.com/office/drawing/2014/main" id="{088558F0-7B34-479A-9F38-3F41DEBABAF9}"/>
              </a:ext>
            </a:extLst>
          </p:cNvPr>
          <p:cNvSpPr>
            <a:spLocks xmlns:a="http://schemas.openxmlformats.org/drawingml/2006/main" noGrp="1"/>
          </p:cNvSpPr>
          <p:nvPr/>
        </p:nvSpPr>
        <p:spPr>
          <a:xfrm xmlns:a="http://schemas.openxmlformats.org/drawingml/2006/main">
            <a:off x="5133975" y="20478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6" name="">
            <a:extLst xmlns:a="http://schemas.openxmlformats.org/drawingml/2006/main">
              <a:ext uri="{FF2B5EF4-FFF2-40B4-BE49-F238E27FC236}">
                <a16:creationId xmlns:a16="http://schemas.microsoft.com/office/drawing/2014/main" id="{1C684719-0F04-40A8-891D-B43E75C6B2D0}"/>
              </a:ext>
            </a:extLst>
          </p:cNvPr>
          <p:cNvSpPr>
            <a:spLocks xmlns:a="http://schemas.openxmlformats.org/drawingml/2006/main" noGrp="1"/>
          </p:cNvSpPr>
          <p:nvPr/>
        </p:nvSpPr>
        <p:spPr>
          <a:xfrm xmlns:a="http://schemas.openxmlformats.org/drawingml/2006/main">
            <a:off x="60960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7" name="">
            <a:extLst xmlns:a="http://schemas.openxmlformats.org/drawingml/2006/main">
              <a:ext uri="{FF2B5EF4-FFF2-40B4-BE49-F238E27FC236}">
                <a16:creationId xmlns:a16="http://schemas.microsoft.com/office/drawing/2014/main" id="{373507FC-3F0E-45EB-BB6B-FA4387DD3F0B}"/>
              </a:ext>
            </a:extLst>
          </p:cNvPr>
          <p:cNvSpPr>
            <a:spLocks xmlns:a="http://schemas.openxmlformats.org/drawingml/2006/main" noGrp="1"/>
          </p:cNvSpPr>
          <p:nvPr/>
        </p:nvSpPr>
        <p:spPr>
          <a:xfrm xmlns:a="http://schemas.openxmlformats.org/drawingml/2006/main">
            <a:off x="84772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8" name="">
            <a:extLst xmlns:a="http://schemas.openxmlformats.org/drawingml/2006/main">
              <a:ext uri="{FF2B5EF4-FFF2-40B4-BE49-F238E27FC236}">
                <a16:creationId xmlns:a16="http://schemas.microsoft.com/office/drawing/2014/main" id="{4C6C90DA-E4FE-44D8-80A7-FB9B5B7D34A0}"/>
              </a:ext>
            </a:extLst>
          </p:cNvPr>
          <p:cNvSpPr>
            <a:spLocks xmlns:a="http://schemas.openxmlformats.org/drawingml/2006/main" noGrp="1"/>
          </p:cNvSpPr>
          <p:nvPr/>
        </p:nvSpPr>
        <p:spPr>
          <a:xfrm xmlns:a="http://schemas.openxmlformats.org/drawingml/2006/main">
            <a:off x="108585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49" name="">
            <a:extLst xmlns:a="http://schemas.openxmlformats.org/drawingml/2006/main">
              <a:ext uri="{FF2B5EF4-FFF2-40B4-BE49-F238E27FC236}">
                <a16:creationId xmlns:a16="http://schemas.microsoft.com/office/drawing/2014/main" id="{73AC898E-D77F-4FCD-9175-FB673577E58B}"/>
              </a:ext>
            </a:extLst>
          </p:cNvPr>
          <p:cNvSpPr>
            <a:spLocks xmlns:a="http://schemas.openxmlformats.org/drawingml/2006/main" noGrp="1"/>
          </p:cNvSpPr>
          <p:nvPr/>
        </p:nvSpPr>
        <p:spPr>
          <a:xfrm xmlns:a="http://schemas.openxmlformats.org/drawingml/2006/main">
            <a:off x="132397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0" name="">
            <a:extLst xmlns:a="http://schemas.openxmlformats.org/drawingml/2006/main">
              <a:ext uri="{FF2B5EF4-FFF2-40B4-BE49-F238E27FC236}">
                <a16:creationId xmlns:a16="http://schemas.microsoft.com/office/drawing/2014/main" id="{4F39D7F7-17A7-4AA1-9C63-0A6C55B80F49}"/>
              </a:ext>
            </a:extLst>
          </p:cNvPr>
          <p:cNvSpPr>
            <a:spLocks xmlns:a="http://schemas.openxmlformats.org/drawingml/2006/main" noGrp="1"/>
          </p:cNvSpPr>
          <p:nvPr/>
        </p:nvSpPr>
        <p:spPr>
          <a:xfrm xmlns:a="http://schemas.openxmlformats.org/drawingml/2006/main">
            <a:off x="156210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1" name="">
            <a:extLst xmlns:a="http://schemas.openxmlformats.org/drawingml/2006/main">
              <a:ext uri="{FF2B5EF4-FFF2-40B4-BE49-F238E27FC236}">
                <a16:creationId xmlns:a16="http://schemas.microsoft.com/office/drawing/2014/main" id="{96390895-4309-41BB-9041-CFC8AD08E574}"/>
              </a:ext>
            </a:extLst>
          </p:cNvPr>
          <p:cNvSpPr>
            <a:spLocks xmlns:a="http://schemas.openxmlformats.org/drawingml/2006/main" noGrp="1"/>
          </p:cNvSpPr>
          <p:nvPr/>
        </p:nvSpPr>
        <p:spPr>
          <a:xfrm xmlns:a="http://schemas.openxmlformats.org/drawingml/2006/main">
            <a:off x="180022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2" name="">
            <a:extLst xmlns:a="http://schemas.openxmlformats.org/drawingml/2006/main">
              <a:ext uri="{FF2B5EF4-FFF2-40B4-BE49-F238E27FC236}">
                <a16:creationId xmlns:a16="http://schemas.microsoft.com/office/drawing/2014/main" id="{BF9DF21C-ED86-43CE-8597-4B3E8F004FA8}"/>
              </a:ext>
            </a:extLst>
          </p:cNvPr>
          <p:cNvSpPr>
            <a:spLocks xmlns:a="http://schemas.openxmlformats.org/drawingml/2006/main" noGrp="1"/>
          </p:cNvSpPr>
          <p:nvPr/>
        </p:nvSpPr>
        <p:spPr>
          <a:xfrm xmlns:a="http://schemas.openxmlformats.org/drawingml/2006/main">
            <a:off x="203835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3" name="">
            <a:extLst xmlns:a="http://schemas.openxmlformats.org/drawingml/2006/main">
              <a:ext uri="{FF2B5EF4-FFF2-40B4-BE49-F238E27FC236}">
                <a16:creationId xmlns:a16="http://schemas.microsoft.com/office/drawing/2014/main" id="{422E00D9-5680-4107-A345-5B4B3891E615}"/>
              </a:ext>
            </a:extLst>
          </p:cNvPr>
          <p:cNvSpPr>
            <a:spLocks xmlns:a="http://schemas.openxmlformats.org/drawingml/2006/main" noGrp="1"/>
          </p:cNvSpPr>
          <p:nvPr/>
        </p:nvSpPr>
        <p:spPr>
          <a:xfrm xmlns:a="http://schemas.openxmlformats.org/drawingml/2006/main">
            <a:off x="227647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4" name="">
            <a:extLst xmlns:a="http://schemas.openxmlformats.org/drawingml/2006/main">
              <a:ext uri="{FF2B5EF4-FFF2-40B4-BE49-F238E27FC236}">
                <a16:creationId xmlns:a16="http://schemas.microsoft.com/office/drawing/2014/main" id="{136DDFC2-E935-4A15-8865-107E8CA0A9CD}"/>
              </a:ext>
            </a:extLst>
          </p:cNvPr>
          <p:cNvSpPr>
            <a:spLocks xmlns:a="http://schemas.openxmlformats.org/drawingml/2006/main" noGrp="1"/>
          </p:cNvSpPr>
          <p:nvPr/>
        </p:nvSpPr>
        <p:spPr>
          <a:xfrm xmlns:a="http://schemas.openxmlformats.org/drawingml/2006/main">
            <a:off x="251460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5" name="">
            <a:extLst xmlns:a="http://schemas.openxmlformats.org/drawingml/2006/main">
              <a:ext uri="{FF2B5EF4-FFF2-40B4-BE49-F238E27FC236}">
                <a16:creationId xmlns:a16="http://schemas.microsoft.com/office/drawing/2014/main" id="{A74C6767-759F-47ED-B0A5-BA22B8A766DC}"/>
              </a:ext>
            </a:extLst>
          </p:cNvPr>
          <p:cNvSpPr>
            <a:spLocks xmlns:a="http://schemas.openxmlformats.org/drawingml/2006/main" noGrp="1"/>
          </p:cNvSpPr>
          <p:nvPr/>
        </p:nvSpPr>
        <p:spPr>
          <a:xfrm xmlns:a="http://schemas.openxmlformats.org/drawingml/2006/main">
            <a:off x="275272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6" name="">
            <a:extLst xmlns:a="http://schemas.openxmlformats.org/drawingml/2006/main">
              <a:ext uri="{FF2B5EF4-FFF2-40B4-BE49-F238E27FC236}">
                <a16:creationId xmlns:a16="http://schemas.microsoft.com/office/drawing/2014/main" id="{CEF34DDE-4E15-4382-94B6-2829B3019F56}"/>
              </a:ext>
            </a:extLst>
          </p:cNvPr>
          <p:cNvSpPr>
            <a:spLocks xmlns:a="http://schemas.openxmlformats.org/drawingml/2006/main" noGrp="1"/>
          </p:cNvSpPr>
          <p:nvPr/>
        </p:nvSpPr>
        <p:spPr>
          <a:xfrm xmlns:a="http://schemas.openxmlformats.org/drawingml/2006/main">
            <a:off x="299085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7" name="">
            <a:extLst xmlns:a="http://schemas.openxmlformats.org/drawingml/2006/main">
              <a:ext uri="{FF2B5EF4-FFF2-40B4-BE49-F238E27FC236}">
                <a16:creationId xmlns:a16="http://schemas.microsoft.com/office/drawing/2014/main" id="{2FD69509-333D-4621-A93B-203F1A0A8FAD}"/>
              </a:ext>
            </a:extLst>
          </p:cNvPr>
          <p:cNvSpPr>
            <a:spLocks xmlns:a="http://schemas.openxmlformats.org/drawingml/2006/main" noGrp="1"/>
          </p:cNvSpPr>
          <p:nvPr/>
        </p:nvSpPr>
        <p:spPr>
          <a:xfrm xmlns:a="http://schemas.openxmlformats.org/drawingml/2006/main">
            <a:off x="322897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8" name="">
            <a:extLst xmlns:a="http://schemas.openxmlformats.org/drawingml/2006/main">
              <a:ext uri="{FF2B5EF4-FFF2-40B4-BE49-F238E27FC236}">
                <a16:creationId xmlns:a16="http://schemas.microsoft.com/office/drawing/2014/main" id="{E3B5E5F7-BB58-4472-8BDE-ACAC9B545895}"/>
              </a:ext>
            </a:extLst>
          </p:cNvPr>
          <p:cNvSpPr>
            <a:spLocks xmlns:a="http://schemas.openxmlformats.org/drawingml/2006/main" noGrp="1"/>
          </p:cNvSpPr>
          <p:nvPr/>
        </p:nvSpPr>
        <p:spPr>
          <a:xfrm xmlns:a="http://schemas.openxmlformats.org/drawingml/2006/main">
            <a:off x="346710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59" name="">
            <a:extLst xmlns:a="http://schemas.openxmlformats.org/drawingml/2006/main">
              <a:ext uri="{FF2B5EF4-FFF2-40B4-BE49-F238E27FC236}">
                <a16:creationId xmlns:a16="http://schemas.microsoft.com/office/drawing/2014/main" id="{BA8A5AA1-1997-4BBF-9C50-72130CF1C6B0}"/>
              </a:ext>
            </a:extLst>
          </p:cNvPr>
          <p:cNvSpPr>
            <a:spLocks xmlns:a="http://schemas.openxmlformats.org/drawingml/2006/main" noGrp="1"/>
          </p:cNvSpPr>
          <p:nvPr/>
        </p:nvSpPr>
        <p:spPr>
          <a:xfrm xmlns:a="http://schemas.openxmlformats.org/drawingml/2006/main">
            <a:off x="370522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0" name="">
            <a:extLst xmlns:a="http://schemas.openxmlformats.org/drawingml/2006/main">
              <a:ext uri="{FF2B5EF4-FFF2-40B4-BE49-F238E27FC236}">
                <a16:creationId xmlns:a16="http://schemas.microsoft.com/office/drawing/2014/main" id="{69C9C226-935E-4900-A960-77F68E60E8CE}"/>
              </a:ext>
            </a:extLst>
          </p:cNvPr>
          <p:cNvSpPr>
            <a:spLocks xmlns:a="http://schemas.openxmlformats.org/drawingml/2006/main" noGrp="1"/>
          </p:cNvSpPr>
          <p:nvPr/>
        </p:nvSpPr>
        <p:spPr>
          <a:xfrm xmlns:a="http://schemas.openxmlformats.org/drawingml/2006/main">
            <a:off x="394335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1" name="">
            <a:extLst xmlns:a="http://schemas.openxmlformats.org/drawingml/2006/main">
              <a:ext uri="{FF2B5EF4-FFF2-40B4-BE49-F238E27FC236}">
                <a16:creationId xmlns:a16="http://schemas.microsoft.com/office/drawing/2014/main" id="{0CB1C77A-A012-4254-909C-FBE83DA17F4D}"/>
              </a:ext>
            </a:extLst>
          </p:cNvPr>
          <p:cNvSpPr>
            <a:spLocks xmlns:a="http://schemas.openxmlformats.org/drawingml/2006/main" noGrp="1"/>
          </p:cNvSpPr>
          <p:nvPr/>
        </p:nvSpPr>
        <p:spPr>
          <a:xfrm xmlns:a="http://schemas.openxmlformats.org/drawingml/2006/main">
            <a:off x="418147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2" name="">
            <a:extLst xmlns:a="http://schemas.openxmlformats.org/drawingml/2006/main">
              <a:ext uri="{FF2B5EF4-FFF2-40B4-BE49-F238E27FC236}">
                <a16:creationId xmlns:a16="http://schemas.microsoft.com/office/drawing/2014/main" id="{5E7F90B6-D98C-4378-BA31-2E680F596147}"/>
              </a:ext>
            </a:extLst>
          </p:cNvPr>
          <p:cNvSpPr>
            <a:spLocks xmlns:a="http://schemas.openxmlformats.org/drawingml/2006/main" noGrp="1"/>
          </p:cNvSpPr>
          <p:nvPr/>
        </p:nvSpPr>
        <p:spPr>
          <a:xfrm xmlns:a="http://schemas.openxmlformats.org/drawingml/2006/main">
            <a:off x="441960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3" name="">
            <a:extLst xmlns:a="http://schemas.openxmlformats.org/drawingml/2006/main">
              <a:ext uri="{FF2B5EF4-FFF2-40B4-BE49-F238E27FC236}">
                <a16:creationId xmlns:a16="http://schemas.microsoft.com/office/drawing/2014/main" id="{A71654CD-E5C1-4CDC-ADD4-B26B7B872558}"/>
              </a:ext>
            </a:extLst>
          </p:cNvPr>
          <p:cNvSpPr>
            <a:spLocks xmlns:a="http://schemas.openxmlformats.org/drawingml/2006/main" noGrp="1"/>
          </p:cNvSpPr>
          <p:nvPr/>
        </p:nvSpPr>
        <p:spPr>
          <a:xfrm xmlns:a="http://schemas.openxmlformats.org/drawingml/2006/main">
            <a:off x="465772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4" name="">
            <a:extLst xmlns:a="http://schemas.openxmlformats.org/drawingml/2006/main">
              <a:ext uri="{FF2B5EF4-FFF2-40B4-BE49-F238E27FC236}">
                <a16:creationId xmlns:a16="http://schemas.microsoft.com/office/drawing/2014/main" id="{59A884F2-A924-4F5F-9573-970BE6B1D8AD}"/>
              </a:ext>
            </a:extLst>
          </p:cNvPr>
          <p:cNvSpPr>
            <a:spLocks xmlns:a="http://schemas.openxmlformats.org/drawingml/2006/main" noGrp="1"/>
          </p:cNvSpPr>
          <p:nvPr/>
        </p:nvSpPr>
        <p:spPr>
          <a:xfrm xmlns:a="http://schemas.openxmlformats.org/drawingml/2006/main">
            <a:off x="4895850"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5" name="">
            <a:extLst xmlns:a="http://schemas.openxmlformats.org/drawingml/2006/main">
              <a:ext uri="{FF2B5EF4-FFF2-40B4-BE49-F238E27FC236}">
                <a16:creationId xmlns:a16="http://schemas.microsoft.com/office/drawing/2014/main" id="{10F7D184-B8E0-4785-88D6-615D32963307}"/>
              </a:ext>
            </a:extLst>
          </p:cNvPr>
          <p:cNvSpPr>
            <a:spLocks xmlns:a="http://schemas.openxmlformats.org/drawingml/2006/main" noGrp="1"/>
          </p:cNvSpPr>
          <p:nvPr/>
        </p:nvSpPr>
        <p:spPr>
          <a:xfrm xmlns:a="http://schemas.openxmlformats.org/drawingml/2006/main">
            <a:off x="5133975" y="22860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6" name="">
            <a:extLst xmlns:a="http://schemas.openxmlformats.org/drawingml/2006/main">
              <a:ext uri="{FF2B5EF4-FFF2-40B4-BE49-F238E27FC236}">
                <a16:creationId xmlns:a16="http://schemas.microsoft.com/office/drawing/2014/main" id="{84785CD5-205D-47B5-8D13-864EE4E1D87F}"/>
              </a:ext>
            </a:extLst>
          </p:cNvPr>
          <p:cNvSpPr>
            <a:spLocks xmlns:a="http://schemas.openxmlformats.org/drawingml/2006/main" noGrp="1"/>
          </p:cNvSpPr>
          <p:nvPr/>
        </p:nvSpPr>
        <p:spPr>
          <a:xfrm xmlns:a="http://schemas.openxmlformats.org/drawingml/2006/main">
            <a:off x="60960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7" name="">
            <a:extLst xmlns:a="http://schemas.openxmlformats.org/drawingml/2006/main">
              <a:ext uri="{FF2B5EF4-FFF2-40B4-BE49-F238E27FC236}">
                <a16:creationId xmlns:a16="http://schemas.microsoft.com/office/drawing/2014/main" id="{A548F7A8-2651-4BE8-B56D-B9D0FF199080}"/>
              </a:ext>
            </a:extLst>
          </p:cNvPr>
          <p:cNvSpPr>
            <a:spLocks xmlns:a="http://schemas.openxmlformats.org/drawingml/2006/main" noGrp="1"/>
          </p:cNvSpPr>
          <p:nvPr/>
        </p:nvSpPr>
        <p:spPr>
          <a:xfrm xmlns:a="http://schemas.openxmlformats.org/drawingml/2006/main">
            <a:off x="84772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8" name="">
            <a:extLst xmlns:a="http://schemas.openxmlformats.org/drawingml/2006/main">
              <a:ext uri="{FF2B5EF4-FFF2-40B4-BE49-F238E27FC236}">
                <a16:creationId xmlns:a16="http://schemas.microsoft.com/office/drawing/2014/main" id="{6B485AFE-9D8D-43A6-A45D-9275FB0465E4}"/>
              </a:ext>
            </a:extLst>
          </p:cNvPr>
          <p:cNvSpPr>
            <a:spLocks xmlns:a="http://schemas.openxmlformats.org/drawingml/2006/main" noGrp="1"/>
          </p:cNvSpPr>
          <p:nvPr/>
        </p:nvSpPr>
        <p:spPr>
          <a:xfrm xmlns:a="http://schemas.openxmlformats.org/drawingml/2006/main">
            <a:off x="108585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69" name="">
            <a:extLst xmlns:a="http://schemas.openxmlformats.org/drawingml/2006/main">
              <a:ext uri="{FF2B5EF4-FFF2-40B4-BE49-F238E27FC236}">
                <a16:creationId xmlns:a16="http://schemas.microsoft.com/office/drawing/2014/main" id="{5864E246-6E09-416C-BEAA-C22989E727F5}"/>
              </a:ext>
            </a:extLst>
          </p:cNvPr>
          <p:cNvSpPr>
            <a:spLocks xmlns:a="http://schemas.openxmlformats.org/drawingml/2006/main" noGrp="1"/>
          </p:cNvSpPr>
          <p:nvPr/>
        </p:nvSpPr>
        <p:spPr>
          <a:xfrm xmlns:a="http://schemas.openxmlformats.org/drawingml/2006/main">
            <a:off x="132397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0" name="">
            <a:extLst xmlns:a="http://schemas.openxmlformats.org/drawingml/2006/main">
              <a:ext uri="{FF2B5EF4-FFF2-40B4-BE49-F238E27FC236}">
                <a16:creationId xmlns:a16="http://schemas.microsoft.com/office/drawing/2014/main" id="{EF5DAF35-5541-472B-B767-7803D37D0174}"/>
              </a:ext>
            </a:extLst>
          </p:cNvPr>
          <p:cNvSpPr>
            <a:spLocks xmlns:a="http://schemas.openxmlformats.org/drawingml/2006/main" noGrp="1"/>
          </p:cNvSpPr>
          <p:nvPr/>
        </p:nvSpPr>
        <p:spPr>
          <a:xfrm xmlns:a="http://schemas.openxmlformats.org/drawingml/2006/main">
            <a:off x="156210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1" name="">
            <a:extLst xmlns:a="http://schemas.openxmlformats.org/drawingml/2006/main">
              <a:ext uri="{FF2B5EF4-FFF2-40B4-BE49-F238E27FC236}">
                <a16:creationId xmlns:a16="http://schemas.microsoft.com/office/drawing/2014/main" id="{FBED11C0-3A93-4EDF-B6B1-DD96F9150A2F}"/>
              </a:ext>
            </a:extLst>
          </p:cNvPr>
          <p:cNvSpPr>
            <a:spLocks xmlns:a="http://schemas.openxmlformats.org/drawingml/2006/main" noGrp="1"/>
          </p:cNvSpPr>
          <p:nvPr/>
        </p:nvSpPr>
        <p:spPr>
          <a:xfrm xmlns:a="http://schemas.openxmlformats.org/drawingml/2006/main">
            <a:off x="180022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2" name="">
            <a:extLst xmlns:a="http://schemas.openxmlformats.org/drawingml/2006/main">
              <a:ext uri="{FF2B5EF4-FFF2-40B4-BE49-F238E27FC236}">
                <a16:creationId xmlns:a16="http://schemas.microsoft.com/office/drawing/2014/main" id="{1B94AF45-51BD-485F-BEAE-1509303C23CB}"/>
              </a:ext>
            </a:extLst>
          </p:cNvPr>
          <p:cNvSpPr>
            <a:spLocks xmlns:a="http://schemas.openxmlformats.org/drawingml/2006/main" noGrp="1"/>
          </p:cNvSpPr>
          <p:nvPr/>
        </p:nvSpPr>
        <p:spPr>
          <a:xfrm xmlns:a="http://schemas.openxmlformats.org/drawingml/2006/main">
            <a:off x="203835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3" name="">
            <a:extLst xmlns:a="http://schemas.openxmlformats.org/drawingml/2006/main">
              <a:ext uri="{FF2B5EF4-FFF2-40B4-BE49-F238E27FC236}">
                <a16:creationId xmlns:a16="http://schemas.microsoft.com/office/drawing/2014/main" id="{B32C3F48-E785-4BA9-BADD-0EC1586B379A}"/>
              </a:ext>
            </a:extLst>
          </p:cNvPr>
          <p:cNvSpPr>
            <a:spLocks xmlns:a="http://schemas.openxmlformats.org/drawingml/2006/main" noGrp="1"/>
          </p:cNvSpPr>
          <p:nvPr/>
        </p:nvSpPr>
        <p:spPr>
          <a:xfrm xmlns:a="http://schemas.openxmlformats.org/drawingml/2006/main">
            <a:off x="227647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4" name="">
            <a:extLst xmlns:a="http://schemas.openxmlformats.org/drawingml/2006/main">
              <a:ext uri="{FF2B5EF4-FFF2-40B4-BE49-F238E27FC236}">
                <a16:creationId xmlns:a16="http://schemas.microsoft.com/office/drawing/2014/main" id="{9E89F569-2583-4041-84BB-E168B321C694}"/>
              </a:ext>
            </a:extLst>
          </p:cNvPr>
          <p:cNvSpPr>
            <a:spLocks xmlns:a="http://schemas.openxmlformats.org/drawingml/2006/main" noGrp="1"/>
          </p:cNvSpPr>
          <p:nvPr/>
        </p:nvSpPr>
        <p:spPr>
          <a:xfrm xmlns:a="http://schemas.openxmlformats.org/drawingml/2006/main">
            <a:off x="251460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5" name="">
            <a:extLst xmlns:a="http://schemas.openxmlformats.org/drawingml/2006/main">
              <a:ext uri="{FF2B5EF4-FFF2-40B4-BE49-F238E27FC236}">
                <a16:creationId xmlns:a16="http://schemas.microsoft.com/office/drawing/2014/main" id="{3BC5C290-D233-48C0-B725-B7E70BCEDC9F}"/>
              </a:ext>
            </a:extLst>
          </p:cNvPr>
          <p:cNvSpPr>
            <a:spLocks xmlns:a="http://schemas.openxmlformats.org/drawingml/2006/main" noGrp="1"/>
          </p:cNvSpPr>
          <p:nvPr/>
        </p:nvSpPr>
        <p:spPr>
          <a:xfrm xmlns:a="http://schemas.openxmlformats.org/drawingml/2006/main">
            <a:off x="275272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6" name="">
            <a:extLst xmlns:a="http://schemas.openxmlformats.org/drawingml/2006/main">
              <a:ext uri="{FF2B5EF4-FFF2-40B4-BE49-F238E27FC236}">
                <a16:creationId xmlns:a16="http://schemas.microsoft.com/office/drawing/2014/main" id="{BA2D21A6-EE01-40BF-A41D-6A2A68091748}"/>
              </a:ext>
            </a:extLst>
          </p:cNvPr>
          <p:cNvSpPr>
            <a:spLocks xmlns:a="http://schemas.openxmlformats.org/drawingml/2006/main" noGrp="1"/>
          </p:cNvSpPr>
          <p:nvPr/>
        </p:nvSpPr>
        <p:spPr>
          <a:xfrm xmlns:a="http://schemas.openxmlformats.org/drawingml/2006/main">
            <a:off x="299085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7" name="">
            <a:extLst xmlns:a="http://schemas.openxmlformats.org/drawingml/2006/main">
              <a:ext uri="{FF2B5EF4-FFF2-40B4-BE49-F238E27FC236}">
                <a16:creationId xmlns:a16="http://schemas.microsoft.com/office/drawing/2014/main" id="{FDC01626-958F-47F2-BAB0-28C1DC4AAEC8}"/>
              </a:ext>
            </a:extLst>
          </p:cNvPr>
          <p:cNvSpPr>
            <a:spLocks xmlns:a="http://schemas.openxmlformats.org/drawingml/2006/main" noGrp="1"/>
          </p:cNvSpPr>
          <p:nvPr/>
        </p:nvSpPr>
        <p:spPr>
          <a:xfrm xmlns:a="http://schemas.openxmlformats.org/drawingml/2006/main">
            <a:off x="322897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8" name="">
            <a:extLst xmlns:a="http://schemas.openxmlformats.org/drawingml/2006/main">
              <a:ext uri="{FF2B5EF4-FFF2-40B4-BE49-F238E27FC236}">
                <a16:creationId xmlns:a16="http://schemas.microsoft.com/office/drawing/2014/main" id="{1DF9427C-BA2A-49D8-9A1E-AAAC3372CF3D}"/>
              </a:ext>
            </a:extLst>
          </p:cNvPr>
          <p:cNvSpPr>
            <a:spLocks xmlns:a="http://schemas.openxmlformats.org/drawingml/2006/main" noGrp="1"/>
          </p:cNvSpPr>
          <p:nvPr/>
        </p:nvSpPr>
        <p:spPr>
          <a:xfrm xmlns:a="http://schemas.openxmlformats.org/drawingml/2006/main">
            <a:off x="346710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79" name="">
            <a:extLst xmlns:a="http://schemas.openxmlformats.org/drawingml/2006/main">
              <a:ext uri="{FF2B5EF4-FFF2-40B4-BE49-F238E27FC236}">
                <a16:creationId xmlns:a16="http://schemas.microsoft.com/office/drawing/2014/main" id="{282A3352-AB2B-466D-8F77-6D8E69F0BC2D}"/>
              </a:ext>
            </a:extLst>
          </p:cNvPr>
          <p:cNvSpPr>
            <a:spLocks xmlns:a="http://schemas.openxmlformats.org/drawingml/2006/main" noGrp="1"/>
          </p:cNvSpPr>
          <p:nvPr/>
        </p:nvSpPr>
        <p:spPr>
          <a:xfrm xmlns:a="http://schemas.openxmlformats.org/drawingml/2006/main">
            <a:off x="370522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0" name="">
            <a:extLst xmlns:a="http://schemas.openxmlformats.org/drawingml/2006/main">
              <a:ext uri="{FF2B5EF4-FFF2-40B4-BE49-F238E27FC236}">
                <a16:creationId xmlns:a16="http://schemas.microsoft.com/office/drawing/2014/main" id="{601BC67C-360E-4DFE-95C6-62945B94205B}"/>
              </a:ext>
            </a:extLst>
          </p:cNvPr>
          <p:cNvSpPr>
            <a:spLocks xmlns:a="http://schemas.openxmlformats.org/drawingml/2006/main" noGrp="1"/>
          </p:cNvSpPr>
          <p:nvPr/>
        </p:nvSpPr>
        <p:spPr>
          <a:xfrm xmlns:a="http://schemas.openxmlformats.org/drawingml/2006/main">
            <a:off x="394335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1" name="">
            <a:extLst xmlns:a="http://schemas.openxmlformats.org/drawingml/2006/main">
              <a:ext uri="{FF2B5EF4-FFF2-40B4-BE49-F238E27FC236}">
                <a16:creationId xmlns:a16="http://schemas.microsoft.com/office/drawing/2014/main" id="{3A2C5006-E88C-41F0-AD27-F65795EFD114}"/>
              </a:ext>
            </a:extLst>
          </p:cNvPr>
          <p:cNvSpPr>
            <a:spLocks xmlns:a="http://schemas.openxmlformats.org/drawingml/2006/main" noGrp="1"/>
          </p:cNvSpPr>
          <p:nvPr/>
        </p:nvSpPr>
        <p:spPr>
          <a:xfrm xmlns:a="http://schemas.openxmlformats.org/drawingml/2006/main">
            <a:off x="418147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2" name="">
            <a:extLst xmlns:a="http://schemas.openxmlformats.org/drawingml/2006/main">
              <a:ext uri="{FF2B5EF4-FFF2-40B4-BE49-F238E27FC236}">
                <a16:creationId xmlns:a16="http://schemas.microsoft.com/office/drawing/2014/main" id="{10ED1738-959D-46E1-87D8-5E4DCCBB48CC}"/>
              </a:ext>
            </a:extLst>
          </p:cNvPr>
          <p:cNvSpPr>
            <a:spLocks xmlns:a="http://schemas.openxmlformats.org/drawingml/2006/main" noGrp="1"/>
          </p:cNvSpPr>
          <p:nvPr/>
        </p:nvSpPr>
        <p:spPr>
          <a:xfrm xmlns:a="http://schemas.openxmlformats.org/drawingml/2006/main">
            <a:off x="441960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3" name="">
            <a:extLst xmlns:a="http://schemas.openxmlformats.org/drawingml/2006/main">
              <a:ext uri="{FF2B5EF4-FFF2-40B4-BE49-F238E27FC236}">
                <a16:creationId xmlns:a16="http://schemas.microsoft.com/office/drawing/2014/main" id="{52C70FAF-C3D9-4498-9B7D-3EEAD3514A7C}"/>
              </a:ext>
            </a:extLst>
          </p:cNvPr>
          <p:cNvSpPr>
            <a:spLocks xmlns:a="http://schemas.openxmlformats.org/drawingml/2006/main" noGrp="1"/>
          </p:cNvSpPr>
          <p:nvPr/>
        </p:nvSpPr>
        <p:spPr>
          <a:xfrm xmlns:a="http://schemas.openxmlformats.org/drawingml/2006/main">
            <a:off x="465772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4" name="">
            <a:extLst xmlns:a="http://schemas.openxmlformats.org/drawingml/2006/main">
              <a:ext uri="{FF2B5EF4-FFF2-40B4-BE49-F238E27FC236}">
                <a16:creationId xmlns:a16="http://schemas.microsoft.com/office/drawing/2014/main" id="{FD9239FF-8427-472A-B80E-0EE6F2068201}"/>
              </a:ext>
            </a:extLst>
          </p:cNvPr>
          <p:cNvSpPr>
            <a:spLocks xmlns:a="http://schemas.openxmlformats.org/drawingml/2006/main" noGrp="1"/>
          </p:cNvSpPr>
          <p:nvPr/>
        </p:nvSpPr>
        <p:spPr>
          <a:xfrm xmlns:a="http://schemas.openxmlformats.org/drawingml/2006/main">
            <a:off x="4895850"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5" name="">
            <a:extLst xmlns:a="http://schemas.openxmlformats.org/drawingml/2006/main">
              <a:ext uri="{FF2B5EF4-FFF2-40B4-BE49-F238E27FC236}">
                <a16:creationId xmlns:a16="http://schemas.microsoft.com/office/drawing/2014/main" id="{592BE468-DDC7-429B-8D13-5B79379AE955}"/>
              </a:ext>
            </a:extLst>
          </p:cNvPr>
          <p:cNvSpPr>
            <a:spLocks xmlns:a="http://schemas.openxmlformats.org/drawingml/2006/main" noGrp="1"/>
          </p:cNvSpPr>
          <p:nvPr/>
        </p:nvSpPr>
        <p:spPr>
          <a:xfrm xmlns:a="http://schemas.openxmlformats.org/drawingml/2006/main">
            <a:off x="5133975" y="252412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6" name="">
            <a:extLst xmlns:a="http://schemas.openxmlformats.org/drawingml/2006/main">
              <a:ext uri="{FF2B5EF4-FFF2-40B4-BE49-F238E27FC236}">
                <a16:creationId xmlns:a16="http://schemas.microsoft.com/office/drawing/2014/main" id="{41BEAFD7-7448-42A2-A02B-5CE481302416}"/>
              </a:ext>
            </a:extLst>
          </p:cNvPr>
          <p:cNvSpPr>
            <a:spLocks xmlns:a="http://schemas.openxmlformats.org/drawingml/2006/main" noGrp="1"/>
          </p:cNvSpPr>
          <p:nvPr/>
        </p:nvSpPr>
        <p:spPr>
          <a:xfrm xmlns:a="http://schemas.openxmlformats.org/drawingml/2006/main">
            <a:off x="60960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7" name="">
            <a:extLst xmlns:a="http://schemas.openxmlformats.org/drawingml/2006/main">
              <a:ext uri="{FF2B5EF4-FFF2-40B4-BE49-F238E27FC236}">
                <a16:creationId xmlns:a16="http://schemas.microsoft.com/office/drawing/2014/main" id="{23BB6985-F940-4C8D-8B41-4C8E27619DC3}"/>
              </a:ext>
            </a:extLst>
          </p:cNvPr>
          <p:cNvSpPr>
            <a:spLocks xmlns:a="http://schemas.openxmlformats.org/drawingml/2006/main" noGrp="1"/>
          </p:cNvSpPr>
          <p:nvPr/>
        </p:nvSpPr>
        <p:spPr>
          <a:xfrm xmlns:a="http://schemas.openxmlformats.org/drawingml/2006/main">
            <a:off x="84772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8" name="">
            <a:extLst xmlns:a="http://schemas.openxmlformats.org/drawingml/2006/main">
              <a:ext uri="{FF2B5EF4-FFF2-40B4-BE49-F238E27FC236}">
                <a16:creationId xmlns:a16="http://schemas.microsoft.com/office/drawing/2014/main" id="{6871446A-E23B-4C27-AD34-DE4F4F0AF34C}"/>
              </a:ext>
            </a:extLst>
          </p:cNvPr>
          <p:cNvSpPr>
            <a:spLocks xmlns:a="http://schemas.openxmlformats.org/drawingml/2006/main" noGrp="1"/>
          </p:cNvSpPr>
          <p:nvPr/>
        </p:nvSpPr>
        <p:spPr>
          <a:xfrm xmlns:a="http://schemas.openxmlformats.org/drawingml/2006/main">
            <a:off x="108585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89" name="">
            <a:extLst xmlns:a="http://schemas.openxmlformats.org/drawingml/2006/main">
              <a:ext uri="{FF2B5EF4-FFF2-40B4-BE49-F238E27FC236}">
                <a16:creationId xmlns:a16="http://schemas.microsoft.com/office/drawing/2014/main" id="{5FFC051C-3567-4F09-9EC6-C485F6AA2B1C}"/>
              </a:ext>
            </a:extLst>
          </p:cNvPr>
          <p:cNvSpPr>
            <a:spLocks xmlns:a="http://schemas.openxmlformats.org/drawingml/2006/main" noGrp="1"/>
          </p:cNvSpPr>
          <p:nvPr/>
        </p:nvSpPr>
        <p:spPr>
          <a:xfrm xmlns:a="http://schemas.openxmlformats.org/drawingml/2006/main">
            <a:off x="132397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0" name="">
            <a:extLst xmlns:a="http://schemas.openxmlformats.org/drawingml/2006/main">
              <a:ext uri="{FF2B5EF4-FFF2-40B4-BE49-F238E27FC236}">
                <a16:creationId xmlns:a16="http://schemas.microsoft.com/office/drawing/2014/main" id="{23501437-7324-41A6-B9B9-65A843E63D8B}"/>
              </a:ext>
            </a:extLst>
          </p:cNvPr>
          <p:cNvSpPr>
            <a:spLocks xmlns:a="http://schemas.openxmlformats.org/drawingml/2006/main" noGrp="1"/>
          </p:cNvSpPr>
          <p:nvPr/>
        </p:nvSpPr>
        <p:spPr>
          <a:xfrm xmlns:a="http://schemas.openxmlformats.org/drawingml/2006/main">
            <a:off x="156210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1" name="">
            <a:extLst xmlns:a="http://schemas.openxmlformats.org/drawingml/2006/main">
              <a:ext uri="{FF2B5EF4-FFF2-40B4-BE49-F238E27FC236}">
                <a16:creationId xmlns:a16="http://schemas.microsoft.com/office/drawing/2014/main" id="{88EA5A0F-A7D5-4165-86F6-435F50AC97C7}"/>
              </a:ext>
            </a:extLst>
          </p:cNvPr>
          <p:cNvSpPr>
            <a:spLocks xmlns:a="http://schemas.openxmlformats.org/drawingml/2006/main" noGrp="1"/>
          </p:cNvSpPr>
          <p:nvPr/>
        </p:nvSpPr>
        <p:spPr>
          <a:xfrm xmlns:a="http://schemas.openxmlformats.org/drawingml/2006/main">
            <a:off x="180022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2" name="">
            <a:extLst xmlns:a="http://schemas.openxmlformats.org/drawingml/2006/main">
              <a:ext uri="{FF2B5EF4-FFF2-40B4-BE49-F238E27FC236}">
                <a16:creationId xmlns:a16="http://schemas.microsoft.com/office/drawing/2014/main" id="{8E1D8284-9FA2-46BA-9CD1-87FF7E04B870}"/>
              </a:ext>
            </a:extLst>
          </p:cNvPr>
          <p:cNvSpPr>
            <a:spLocks xmlns:a="http://schemas.openxmlformats.org/drawingml/2006/main" noGrp="1"/>
          </p:cNvSpPr>
          <p:nvPr/>
        </p:nvSpPr>
        <p:spPr>
          <a:xfrm xmlns:a="http://schemas.openxmlformats.org/drawingml/2006/main">
            <a:off x="203835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3" name="">
            <a:extLst xmlns:a="http://schemas.openxmlformats.org/drawingml/2006/main">
              <a:ext uri="{FF2B5EF4-FFF2-40B4-BE49-F238E27FC236}">
                <a16:creationId xmlns:a16="http://schemas.microsoft.com/office/drawing/2014/main" id="{0141161D-7A85-4DC7-97BB-2281838E04B8}"/>
              </a:ext>
            </a:extLst>
          </p:cNvPr>
          <p:cNvSpPr>
            <a:spLocks xmlns:a="http://schemas.openxmlformats.org/drawingml/2006/main" noGrp="1"/>
          </p:cNvSpPr>
          <p:nvPr/>
        </p:nvSpPr>
        <p:spPr>
          <a:xfrm xmlns:a="http://schemas.openxmlformats.org/drawingml/2006/main">
            <a:off x="227647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4" name="">
            <a:extLst xmlns:a="http://schemas.openxmlformats.org/drawingml/2006/main">
              <a:ext uri="{FF2B5EF4-FFF2-40B4-BE49-F238E27FC236}">
                <a16:creationId xmlns:a16="http://schemas.microsoft.com/office/drawing/2014/main" id="{E41E76EA-E2B9-4582-AC67-F631958AA3DB}"/>
              </a:ext>
            </a:extLst>
          </p:cNvPr>
          <p:cNvSpPr>
            <a:spLocks xmlns:a="http://schemas.openxmlformats.org/drawingml/2006/main" noGrp="1"/>
          </p:cNvSpPr>
          <p:nvPr/>
        </p:nvSpPr>
        <p:spPr>
          <a:xfrm xmlns:a="http://schemas.openxmlformats.org/drawingml/2006/main">
            <a:off x="251460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5" name="">
            <a:extLst xmlns:a="http://schemas.openxmlformats.org/drawingml/2006/main">
              <a:ext uri="{FF2B5EF4-FFF2-40B4-BE49-F238E27FC236}">
                <a16:creationId xmlns:a16="http://schemas.microsoft.com/office/drawing/2014/main" id="{CEBE4FDD-1C52-4D19-935E-B918FE39E29E}"/>
              </a:ext>
            </a:extLst>
          </p:cNvPr>
          <p:cNvSpPr>
            <a:spLocks xmlns:a="http://schemas.openxmlformats.org/drawingml/2006/main" noGrp="1"/>
          </p:cNvSpPr>
          <p:nvPr/>
        </p:nvSpPr>
        <p:spPr>
          <a:xfrm xmlns:a="http://schemas.openxmlformats.org/drawingml/2006/main">
            <a:off x="275272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6" name="">
            <a:extLst xmlns:a="http://schemas.openxmlformats.org/drawingml/2006/main">
              <a:ext uri="{FF2B5EF4-FFF2-40B4-BE49-F238E27FC236}">
                <a16:creationId xmlns:a16="http://schemas.microsoft.com/office/drawing/2014/main" id="{152AFE0D-1C85-4D9B-BE07-5D6522026FBC}"/>
              </a:ext>
            </a:extLst>
          </p:cNvPr>
          <p:cNvSpPr>
            <a:spLocks xmlns:a="http://schemas.openxmlformats.org/drawingml/2006/main" noGrp="1"/>
          </p:cNvSpPr>
          <p:nvPr/>
        </p:nvSpPr>
        <p:spPr>
          <a:xfrm xmlns:a="http://schemas.openxmlformats.org/drawingml/2006/main">
            <a:off x="299085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7" name="">
            <a:extLst xmlns:a="http://schemas.openxmlformats.org/drawingml/2006/main">
              <a:ext uri="{FF2B5EF4-FFF2-40B4-BE49-F238E27FC236}">
                <a16:creationId xmlns:a16="http://schemas.microsoft.com/office/drawing/2014/main" id="{22D2606B-EE91-4D09-A89B-718A9C706770}"/>
              </a:ext>
            </a:extLst>
          </p:cNvPr>
          <p:cNvSpPr>
            <a:spLocks xmlns:a="http://schemas.openxmlformats.org/drawingml/2006/main" noGrp="1"/>
          </p:cNvSpPr>
          <p:nvPr/>
        </p:nvSpPr>
        <p:spPr>
          <a:xfrm xmlns:a="http://schemas.openxmlformats.org/drawingml/2006/main">
            <a:off x="322897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8" name="">
            <a:extLst xmlns:a="http://schemas.openxmlformats.org/drawingml/2006/main">
              <a:ext uri="{FF2B5EF4-FFF2-40B4-BE49-F238E27FC236}">
                <a16:creationId xmlns:a16="http://schemas.microsoft.com/office/drawing/2014/main" id="{B76A81F8-2369-4848-9489-1D209FBC56E7}"/>
              </a:ext>
            </a:extLst>
          </p:cNvPr>
          <p:cNvSpPr>
            <a:spLocks xmlns:a="http://schemas.openxmlformats.org/drawingml/2006/main" noGrp="1"/>
          </p:cNvSpPr>
          <p:nvPr/>
        </p:nvSpPr>
        <p:spPr>
          <a:xfrm xmlns:a="http://schemas.openxmlformats.org/drawingml/2006/main">
            <a:off x="346710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99" name="">
            <a:extLst xmlns:a="http://schemas.openxmlformats.org/drawingml/2006/main">
              <a:ext uri="{FF2B5EF4-FFF2-40B4-BE49-F238E27FC236}">
                <a16:creationId xmlns:a16="http://schemas.microsoft.com/office/drawing/2014/main" id="{97726635-6966-4BEF-8BA3-EDD8608E7243}"/>
              </a:ext>
            </a:extLst>
          </p:cNvPr>
          <p:cNvSpPr>
            <a:spLocks xmlns:a="http://schemas.openxmlformats.org/drawingml/2006/main" noGrp="1"/>
          </p:cNvSpPr>
          <p:nvPr/>
        </p:nvSpPr>
        <p:spPr>
          <a:xfrm xmlns:a="http://schemas.openxmlformats.org/drawingml/2006/main">
            <a:off x="370522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0" name="">
            <a:extLst xmlns:a="http://schemas.openxmlformats.org/drawingml/2006/main">
              <a:ext uri="{FF2B5EF4-FFF2-40B4-BE49-F238E27FC236}">
                <a16:creationId xmlns:a16="http://schemas.microsoft.com/office/drawing/2014/main" id="{AF3192F5-D72B-46FF-A8B0-0D6736BC0863}"/>
              </a:ext>
            </a:extLst>
          </p:cNvPr>
          <p:cNvSpPr>
            <a:spLocks xmlns:a="http://schemas.openxmlformats.org/drawingml/2006/main" noGrp="1"/>
          </p:cNvSpPr>
          <p:nvPr/>
        </p:nvSpPr>
        <p:spPr>
          <a:xfrm xmlns:a="http://schemas.openxmlformats.org/drawingml/2006/main">
            <a:off x="394335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1" name="">
            <a:extLst xmlns:a="http://schemas.openxmlformats.org/drawingml/2006/main">
              <a:ext uri="{FF2B5EF4-FFF2-40B4-BE49-F238E27FC236}">
                <a16:creationId xmlns:a16="http://schemas.microsoft.com/office/drawing/2014/main" id="{586E15D3-F81C-4D90-B6DD-FC492DDE4BF5}"/>
              </a:ext>
            </a:extLst>
          </p:cNvPr>
          <p:cNvSpPr>
            <a:spLocks xmlns:a="http://schemas.openxmlformats.org/drawingml/2006/main" noGrp="1"/>
          </p:cNvSpPr>
          <p:nvPr/>
        </p:nvSpPr>
        <p:spPr>
          <a:xfrm xmlns:a="http://schemas.openxmlformats.org/drawingml/2006/main">
            <a:off x="418147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2" name="">
            <a:extLst xmlns:a="http://schemas.openxmlformats.org/drawingml/2006/main">
              <a:ext uri="{FF2B5EF4-FFF2-40B4-BE49-F238E27FC236}">
                <a16:creationId xmlns:a16="http://schemas.microsoft.com/office/drawing/2014/main" id="{D399E5C2-DAFB-4319-9499-6CF63007FA1C}"/>
              </a:ext>
            </a:extLst>
          </p:cNvPr>
          <p:cNvSpPr>
            <a:spLocks xmlns:a="http://schemas.openxmlformats.org/drawingml/2006/main" noGrp="1"/>
          </p:cNvSpPr>
          <p:nvPr/>
        </p:nvSpPr>
        <p:spPr>
          <a:xfrm xmlns:a="http://schemas.openxmlformats.org/drawingml/2006/main">
            <a:off x="441960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3" name="">
            <a:extLst xmlns:a="http://schemas.openxmlformats.org/drawingml/2006/main">
              <a:ext uri="{FF2B5EF4-FFF2-40B4-BE49-F238E27FC236}">
                <a16:creationId xmlns:a16="http://schemas.microsoft.com/office/drawing/2014/main" id="{9CA3B076-671D-4F11-A2F2-9E83B9646911}"/>
              </a:ext>
            </a:extLst>
          </p:cNvPr>
          <p:cNvSpPr>
            <a:spLocks xmlns:a="http://schemas.openxmlformats.org/drawingml/2006/main" noGrp="1"/>
          </p:cNvSpPr>
          <p:nvPr/>
        </p:nvSpPr>
        <p:spPr>
          <a:xfrm xmlns:a="http://schemas.openxmlformats.org/drawingml/2006/main">
            <a:off x="465772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4" name="">
            <a:extLst xmlns:a="http://schemas.openxmlformats.org/drawingml/2006/main">
              <a:ext uri="{FF2B5EF4-FFF2-40B4-BE49-F238E27FC236}">
                <a16:creationId xmlns:a16="http://schemas.microsoft.com/office/drawing/2014/main" id="{DC6E79F0-D3AD-41C6-A58B-08E1C9BEE52E}"/>
              </a:ext>
            </a:extLst>
          </p:cNvPr>
          <p:cNvSpPr>
            <a:spLocks xmlns:a="http://schemas.openxmlformats.org/drawingml/2006/main" noGrp="1"/>
          </p:cNvSpPr>
          <p:nvPr/>
        </p:nvSpPr>
        <p:spPr>
          <a:xfrm xmlns:a="http://schemas.openxmlformats.org/drawingml/2006/main">
            <a:off x="4895850"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5" name="">
            <a:extLst xmlns:a="http://schemas.openxmlformats.org/drawingml/2006/main">
              <a:ext uri="{FF2B5EF4-FFF2-40B4-BE49-F238E27FC236}">
                <a16:creationId xmlns:a16="http://schemas.microsoft.com/office/drawing/2014/main" id="{CA3F5443-C72A-4B55-BF84-4EBAAF7DA92A}"/>
              </a:ext>
            </a:extLst>
          </p:cNvPr>
          <p:cNvSpPr>
            <a:spLocks xmlns:a="http://schemas.openxmlformats.org/drawingml/2006/main" noGrp="1"/>
          </p:cNvSpPr>
          <p:nvPr/>
        </p:nvSpPr>
        <p:spPr>
          <a:xfrm xmlns:a="http://schemas.openxmlformats.org/drawingml/2006/main">
            <a:off x="5133975" y="276225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6" name="">
            <a:extLst xmlns:a="http://schemas.openxmlformats.org/drawingml/2006/main">
              <a:ext uri="{FF2B5EF4-FFF2-40B4-BE49-F238E27FC236}">
                <a16:creationId xmlns:a16="http://schemas.microsoft.com/office/drawing/2014/main" id="{6EBD6071-0194-46D7-BC13-45F9E5088838}"/>
              </a:ext>
            </a:extLst>
          </p:cNvPr>
          <p:cNvSpPr>
            <a:spLocks xmlns:a="http://schemas.openxmlformats.org/drawingml/2006/main" noGrp="1"/>
          </p:cNvSpPr>
          <p:nvPr/>
        </p:nvSpPr>
        <p:spPr>
          <a:xfrm xmlns:a="http://schemas.openxmlformats.org/drawingml/2006/main">
            <a:off x="60960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7" name="">
            <a:extLst xmlns:a="http://schemas.openxmlformats.org/drawingml/2006/main">
              <a:ext uri="{FF2B5EF4-FFF2-40B4-BE49-F238E27FC236}">
                <a16:creationId xmlns:a16="http://schemas.microsoft.com/office/drawing/2014/main" id="{859A3F25-E16D-4E94-9F26-30109555F217}"/>
              </a:ext>
            </a:extLst>
          </p:cNvPr>
          <p:cNvSpPr>
            <a:spLocks xmlns:a="http://schemas.openxmlformats.org/drawingml/2006/main" noGrp="1"/>
          </p:cNvSpPr>
          <p:nvPr/>
        </p:nvSpPr>
        <p:spPr>
          <a:xfrm xmlns:a="http://schemas.openxmlformats.org/drawingml/2006/main">
            <a:off x="84772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8" name="">
            <a:extLst xmlns:a="http://schemas.openxmlformats.org/drawingml/2006/main">
              <a:ext uri="{FF2B5EF4-FFF2-40B4-BE49-F238E27FC236}">
                <a16:creationId xmlns:a16="http://schemas.microsoft.com/office/drawing/2014/main" id="{FD94597E-8A43-4C23-A703-C5167CDA5106}"/>
              </a:ext>
            </a:extLst>
          </p:cNvPr>
          <p:cNvSpPr>
            <a:spLocks xmlns:a="http://schemas.openxmlformats.org/drawingml/2006/main" noGrp="1"/>
          </p:cNvSpPr>
          <p:nvPr/>
        </p:nvSpPr>
        <p:spPr>
          <a:xfrm xmlns:a="http://schemas.openxmlformats.org/drawingml/2006/main">
            <a:off x="108585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09" name="">
            <a:extLst xmlns:a="http://schemas.openxmlformats.org/drawingml/2006/main">
              <a:ext uri="{FF2B5EF4-FFF2-40B4-BE49-F238E27FC236}">
                <a16:creationId xmlns:a16="http://schemas.microsoft.com/office/drawing/2014/main" id="{41EBCBEC-3CA9-406B-BB85-FBC42DC1C40A}"/>
              </a:ext>
            </a:extLst>
          </p:cNvPr>
          <p:cNvSpPr>
            <a:spLocks xmlns:a="http://schemas.openxmlformats.org/drawingml/2006/main" noGrp="1"/>
          </p:cNvSpPr>
          <p:nvPr/>
        </p:nvSpPr>
        <p:spPr>
          <a:xfrm xmlns:a="http://schemas.openxmlformats.org/drawingml/2006/main">
            <a:off x="132397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0" name="">
            <a:extLst xmlns:a="http://schemas.openxmlformats.org/drawingml/2006/main">
              <a:ext uri="{FF2B5EF4-FFF2-40B4-BE49-F238E27FC236}">
                <a16:creationId xmlns:a16="http://schemas.microsoft.com/office/drawing/2014/main" id="{27E91D4A-0BDF-404C-BA72-B63D3EBEF60D}"/>
              </a:ext>
            </a:extLst>
          </p:cNvPr>
          <p:cNvSpPr>
            <a:spLocks xmlns:a="http://schemas.openxmlformats.org/drawingml/2006/main" noGrp="1"/>
          </p:cNvSpPr>
          <p:nvPr/>
        </p:nvSpPr>
        <p:spPr>
          <a:xfrm xmlns:a="http://schemas.openxmlformats.org/drawingml/2006/main">
            <a:off x="156210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1" name="">
            <a:extLst xmlns:a="http://schemas.openxmlformats.org/drawingml/2006/main">
              <a:ext uri="{FF2B5EF4-FFF2-40B4-BE49-F238E27FC236}">
                <a16:creationId xmlns:a16="http://schemas.microsoft.com/office/drawing/2014/main" id="{6A4B88F4-6F27-43D3-B5E5-DCC52FC76ADD}"/>
              </a:ext>
            </a:extLst>
          </p:cNvPr>
          <p:cNvSpPr>
            <a:spLocks xmlns:a="http://schemas.openxmlformats.org/drawingml/2006/main" noGrp="1"/>
          </p:cNvSpPr>
          <p:nvPr/>
        </p:nvSpPr>
        <p:spPr>
          <a:xfrm xmlns:a="http://schemas.openxmlformats.org/drawingml/2006/main">
            <a:off x="180022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2" name="">
            <a:extLst xmlns:a="http://schemas.openxmlformats.org/drawingml/2006/main">
              <a:ext uri="{FF2B5EF4-FFF2-40B4-BE49-F238E27FC236}">
                <a16:creationId xmlns:a16="http://schemas.microsoft.com/office/drawing/2014/main" id="{FAE16DF2-BF19-4D1E-8B5F-712DF4DB3063}"/>
              </a:ext>
            </a:extLst>
          </p:cNvPr>
          <p:cNvSpPr>
            <a:spLocks xmlns:a="http://schemas.openxmlformats.org/drawingml/2006/main" noGrp="1"/>
          </p:cNvSpPr>
          <p:nvPr/>
        </p:nvSpPr>
        <p:spPr>
          <a:xfrm xmlns:a="http://schemas.openxmlformats.org/drawingml/2006/main">
            <a:off x="203835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3" name="">
            <a:extLst xmlns:a="http://schemas.openxmlformats.org/drawingml/2006/main">
              <a:ext uri="{FF2B5EF4-FFF2-40B4-BE49-F238E27FC236}">
                <a16:creationId xmlns:a16="http://schemas.microsoft.com/office/drawing/2014/main" id="{9E234206-4DD9-4F7B-A707-CFA971376731}"/>
              </a:ext>
            </a:extLst>
          </p:cNvPr>
          <p:cNvSpPr>
            <a:spLocks xmlns:a="http://schemas.openxmlformats.org/drawingml/2006/main" noGrp="1"/>
          </p:cNvSpPr>
          <p:nvPr/>
        </p:nvSpPr>
        <p:spPr>
          <a:xfrm xmlns:a="http://schemas.openxmlformats.org/drawingml/2006/main">
            <a:off x="227647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4" name="">
            <a:extLst xmlns:a="http://schemas.openxmlformats.org/drawingml/2006/main">
              <a:ext uri="{FF2B5EF4-FFF2-40B4-BE49-F238E27FC236}">
                <a16:creationId xmlns:a16="http://schemas.microsoft.com/office/drawing/2014/main" id="{B39BD99E-7527-45C9-A0DF-484E5C8F88FC}"/>
              </a:ext>
            </a:extLst>
          </p:cNvPr>
          <p:cNvSpPr>
            <a:spLocks xmlns:a="http://schemas.openxmlformats.org/drawingml/2006/main" noGrp="1"/>
          </p:cNvSpPr>
          <p:nvPr/>
        </p:nvSpPr>
        <p:spPr>
          <a:xfrm xmlns:a="http://schemas.openxmlformats.org/drawingml/2006/main">
            <a:off x="251460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5" name="">
            <a:extLst xmlns:a="http://schemas.openxmlformats.org/drawingml/2006/main">
              <a:ext uri="{FF2B5EF4-FFF2-40B4-BE49-F238E27FC236}">
                <a16:creationId xmlns:a16="http://schemas.microsoft.com/office/drawing/2014/main" id="{DE07A93D-B894-4E49-8A8F-6859C467D120}"/>
              </a:ext>
            </a:extLst>
          </p:cNvPr>
          <p:cNvSpPr>
            <a:spLocks xmlns:a="http://schemas.openxmlformats.org/drawingml/2006/main" noGrp="1"/>
          </p:cNvSpPr>
          <p:nvPr/>
        </p:nvSpPr>
        <p:spPr>
          <a:xfrm xmlns:a="http://schemas.openxmlformats.org/drawingml/2006/main">
            <a:off x="275272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6" name="">
            <a:extLst xmlns:a="http://schemas.openxmlformats.org/drawingml/2006/main">
              <a:ext uri="{FF2B5EF4-FFF2-40B4-BE49-F238E27FC236}">
                <a16:creationId xmlns:a16="http://schemas.microsoft.com/office/drawing/2014/main" id="{C20B3C7A-578B-42B0-BD22-F79558188123}"/>
              </a:ext>
            </a:extLst>
          </p:cNvPr>
          <p:cNvSpPr>
            <a:spLocks xmlns:a="http://schemas.openxmlformats.org/drawingml/2006/main" noGrp="1"/>
          </p:cNvSpPr>
          <p:nvPr/>
        </p:nvSpPr>
        <p:spPr>
          <a:xfrm xmlns:a="http://schemas.openxmlformats.org/drawingml/2006/main">
            <a:off x="299085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7" name="">
            <a:extLst xmlns:a="http://schemas.openxmlformats.org/drawingml/2006/main">
              <a:ext uri="{FF2B5EF4-FFF2-40B4-BE49-F238E27FC236}">
                <a16:creationId xmlns:a16="http://schemas.microsoft.com/office/drawing/2014/main" id="{BB6A5062-C1DC-4D4C-83C3-4461651E00ED}"/>
              </a:ext>
            </a:extLst>
          </p:cNvPr>
          <p:cNvSpPr>
            <a:spLocks xmlns:a="http://schemas.openxmlformats.org/drawingml/2006/main" noGrp="1"/>
          </p:cNvSpPr>
          <p:nvPr/>
        </p:nvSpPr>
        <p:spPr>
          <a:xfrm xmlns:a="http://schemas.openxmlformats.org/drawingml/2006/main">
            <a:off x="322897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8" name="">
            <a:extLst xmlns:a="http://schemas.openxmlformats.org/drawingml/2006/main">
              <a:ext uri="{FF2B5EF4-FFF2-40B4-BE49-F238E27FC236}">
                <a16:creationId xmlns:a16="http://schemas.microsoft.com/office/drawing/2014/main" id="{2E941294-FA52-4C7A-B215-A81905C3AAE1}"/>
              </a:ext>
            </a:extLst>
          </p:cNvPr>
          <p:cNvSpPr>
            <a:spLocks xmlns:a="http://schemas.openxmlformats.org/drawingml/2006/main" noGrp="1"/>
          </p:cNvSpPr>
          <p:nvPr/>
        </p:nvSpPr>
        <p:spPr>
          <a:xfrm xmlns:a="http://schemas.openxmlformats.org/drawingml/2006/main">
            <a:off x="346710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19" name="">
            <a:extLst xmlns:a="http://schemas.openxmlformats.org/drawingml/2006/main">
              <a:ext uri="{FF2B5EF4-FFF2-40B4-BE49-F238E27FC236}">
                <a16:creationId xmlns:a16="http://schemas.microsoft.com/office/drawing/2014/main" id="{82B2758B-8DF4-4A20-9234-1658241FAD77}"/>
              </a:ext>
            </a:extLst>
          </p:cNvPr>
          <p:cNvSpPr>
            <a:spLocks xmlns:a="http://schemas.openxmlformats.org/drawingml/2006/main" noGrp="1"/>
          </p:cNvSpPr>
          <p:nvPr/>
        </p:nvSpPr>
        <p:spPr>
          <a:xfrm xmlns:a="http://schemas.openxmlformats.org/drawingml/2006/main">
            <a:off x="370522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0" name="">
            <a:extLst xmlns:a="http://schemas.openxmlformats.org/drawingml/2006/main">
              <a:ext uri="{FF2B5EF4-FFF2-40B4-BE49-F238E27FC236}">
                <a16:creationId xmlns:a16="http://schemas.microsoft.com/office/drawing/2014/main" id="{027F00B4-C1F8-46EE-ACDB-67A81AC13958}"/>
              </a:ext>
            </a:extLst>
          </p:cNvPr>
          <p:cNvSpPr>
            <a:spLocks xmlns:a="http://schemas.openxmlformats.org/drawingml/2006/main" noGrp="1"/>
          </p:cNvSpPr>
          <p:nvPr/>
        </p:nvSpPr>
        <p:spPr>
          <a:xfrm xmlns:a="http://schemas.openxmlformats.org/drawingml/2006/main">
            <a:off x="394335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1" name="">
            <a:extLst xmlns:a="http://schemas.openxmlformats.org/drawingml/2006/main">
              <a:ext uri="{FF2B5EF4-FFF2-40B4-BE49-F238E27FC236}">
                <a16:creationId xmlns:a16="http://schemas.microsoft.com/office/drawing/2014/main" id="{B2CD81CB-00AA-4E4D-AFEB-9EB316A6207E}"/>
              </a:ext>
            </a:extLst>
          </p:cNvPr>
          <p:cNvSpPr>
            <a:spLocks xmlns:a="http://schemas.openxmlformats.org/drawingml/2006/main" noGrp="1"/>
          </p:cNvSpPr>
          <p:nvPr/>
        </p:nvSpPr>
        <p:spPr>
          <a:xfrm xmlns:a="http://schemas.openxmlformats.org/drawingml/2006/main">
            <a:off x="418147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2" name="">
            <a:extLst xmlns:a="http://schemas.openxmlformats.org/drawingml/2006/main">
              <a:ext uri="{FF2B5EF4-FFF2-40B4-BE49-F238E27FC236}">
                <a16:creationId xmlns:a16="http://schemas.microsoft.com/office/drawing/2014/main" id="{FF5BE5E5-3A01-4CFC-B6B4-5824F7BD5A89}"/>
              </a:ext>
            </a:extLst>
          </p:cNvPr>
          <p:cNvSpPr>
            <a:spLocks xmlns:a="http://schemas.openxmlformats.org/drawingml/2006/main" noGrp="1"/>
          </p:cNvSpPr>
          <p:nvPr/>
        </p:nvSpPr>
        <p:spPr>
          <a:xfrm xmlns:a="http://schemas.openxmlformats.org/drawingml/2006/main">
            <a:off x="441960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3" name="">
            <a:extLst xmlns:a="http://schemas.openxmlformats.org/drawingml/2006/main">
              <a:ext uri="{FF2B5EF4-FFF2-40B4-BE49-F238E27FC236}">
                <a16:creationId xmlns:a16="http://schemas.microsoft.com/office/drawing/2014/main" id="{BD955BA9-9B12-4953-B33B-F603BAE22D9E}"/>
              </a:ext>
            </a:extLst>
          </p:cNvPr>
          <p:cNvSpPr>
            <a:spLocks xmlns:a="http://schemas.openxmlformats.org/drawingml/2006/main" noGrp="1"/>
          </p:cNvSpPr>
          <p:nvPr/>
        </p:nvSpPr>
        <p:spPr>
          <a:xfrm xmlns:a="http://schemas.openxmlformats.org/drawingml/2006/main">
            <a:off x="465772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4" name="">
            <a:extLst xmlns:a="http://schemas.openxmlformats.org/drawingml/2006/main">
              <a:ext uri="{FF2B5EF4-FFF2-40B4-BE49-F238E27FC236}">
                <a16:creationId xmlns:a16="http://schemas.microsoft.com/office/drawing/2014/main" id="{847A2102-56E0-4F08-A881-632E78FC57FD}"/>
              </a:ext>
            </a:extLst>
          </p:cNvPr>
          <p:cNvSpPr>
            <a:spLocks xmlns:a="http://schemas.openxmlformats.org/drawingml/2006/main" noGrp="1"/>
          </p:cNvSpPr>
          <p:nvPr/>
        </p:nvSpPr>
        <p:spPr>
          <a:xfrm xmlns:a="http://schemas.openxmlformats.org/drawingml/2006/main">
            <a:off x="4895850"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5" name="">
            <a:extLst xmlns:a="http://schemas.openxmlformats.org/drawingml/2006/main">
              <a:ext uri="{FF2B5EF4-FFF2-40B4-BE49-F238E27FC236}">
                <a16:creationId xmlns:a16="http://schemas.microsoft.com/office/drawing/2014/main" id="{CF3FE54D-5DA0-49FB-8FC9-F953AB10E55A}"/>
              </a:ext>
            </a:extLst>
          </p:cNvPr>
          <p:cNvSpPr>
            <a:spLocks xmlns:a="http://schemas.openxmlformats.org/drawingml/2006/main" noGrp="1"/>
          </p:cNvSpPr>
          <p:nvPr/>
        </p:nvSpPr>
        <p:spPr>
          <a:xfrm xmlns:a="http://schemas.openxmlformats.org/drawingml/2006/main">
            <a:off x="5133975" y="3000375"/>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6" name="">
            <a:extLst xmlns:a="http://schemas.openxmlformats.org/drawingml/2006/main">
              <a:ext uri="{FF2B5EF4-FFF2-40B4-BE49-F238E27FC236}">
                <a16:creationId xmlns:a16="http://schemas.microsoft.com/office/drawing/2014/main" id="{4691E860-605E-4F9E-A51F-EC35AFB5B03E}"/>
              </a:ext>
            </a:extLst>
          </p:cNvPr>
          <p:cNvSpPr>
            <a:spLocks xmlns:a="http://schemas.openxmlformats.org/drawingml/2006/main" noGrp="1"/>
          </p:cNvSpPr>
          <p:nvPr/>
        </p:nvSpPr>
        <p:spPr>
          <a:xfrm xmlns:a="http://schemas.openxmlformats.org/drawingml/2006/main">
            <a:off x="609600" y="32385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7" name="">
            <a:extLst xmlns:a="http://schemas.openxmlformats.org/drawingml/2006/main">
              <a:ext uri="{FF2B5EF4-FFF2-40B4-BE49-F238E27FC236}">
                <a16:creationId xmlns:a16="http://schemas.microsoft.com/office/drawing/2014/main" id="{DCF007DA-2CE2-4D6D-95D4-FBBE9B26E43D}"/>
              </a:ext>
            </a:extLst>
          </p:cNvPr>
          <p:cNvSpPr>
            <a:spLocks xmlns:a="http://schemas.openxmlformats.org/drawingml/2006/main" noGrp="1"/>
          </p:cNvSpPr>
          <p:nvPr/>
        </p:nvSpPr>
        <p:spPr>
          <a:xfrm xmlns:a="http://schemas.openxmlformats.org/drawingml/2006/main">
            <a:off x="847725" y="32385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8" name="">
            <a:extLst xmlns:a="http://schemas.openxmlformats.org/drawingml/2006/main">
              <a:ext uri="{FF2B5EF4-FFF2-40B4-BE49-F238E27FC236}">
                <a16:creationId xmlns:a16="http://schemas.microsoft.com/office/drawing/2014/main" id="{699E1939-99C3-4652-BC35-EB6BAE9BA0CC}"/>
              </a:ext>
            </a:extLst>
          </p:cNvPr>
          <p:cNvSpPr>
            <a:spLocks xmlns:a="http://schemas.openxmlformats.org/drawingml/2006/main" noGrp="1"/>
          </p:cNvSpPr>
          <p:nvPr/>
        </p:nvSpPr>
        <p:spPr>
          <a:xfrm xmlns:a="http://schemas.openxmlformats.org/drawingml/2006/main">
            <a:off x="1085850" y="3238500"/>
            <a:ext cx="161925" cy="161925"/>
          </a:xfrm>
          <a:prstGeom xmlns:a="http://schemas.openxmlformats.org/drawingml/2006/main" prst="roundRect">
            <a:avLst>
              <a:gd name="adj" fmla="val 11765"/>
            </a:avLst>
          </a:prstGeom>
          <a:solidFill xmlns:a="http://schemas.openxmlformats.org/drawingml/2006/main">
            <a:srgbClr val="3D8DFF"/>
          </a:solidFill>
          <a:ln xmlns:a="http://schemas.openxmlformats.org/drawingml/2006/main" w="9525">
            <a:solidFill>
              <a:srgbClr val="3D8DFF"/>
            </a:solidFill>
            <a:prstDash val="solid"/>
          </a:ln>
        </p:spPr>
      </p:sp>
      <p:sp>
        <p:nvSpPr>
          <p:cNvPr id="129" name="">
            <a:extLst xmlns:a="http://schemas.openxmlformats.org/drawingml/2006/main">
              <a:ext uri="{FF2B5EF4-FFF2-40B4-BE49-F238E27FC236}">
                <a16:creationId xmlns:a16="http://schemas.microsoft.com/office/drawing/2014/main" id="{E2E12074-021F-4994-A39F-FCC7DE1EA5E1}"/>
              </a:ext>
            </a:extLst>
          </p:cNvPr>
          <p:cNvSpPr>
            <a:spLocks xmlns:a="http://schemas.openxmlformats.org/drawingml/2006/main" noGrp="1"/>
          </p:cNvSpPr>
          <p:nvPr/>
        </p:nvSpPr>
        <p:spPr>
          <a:xfrm xmlns:a="http://schemas.openxmlformats.org/drawingml/2006/main">
            <a:off x="132397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0" name="">
            <a:extLst xmlns:a="http://schemas.openxmlformats.org/drawingml/2006/main">
              <a:ext uri="{FF2B5EF4-FFF2-40B4-BE49-F238E27FC236}">
                <a16:creationId xmlns:a16="http://schemas.microsoft.com/office/drawing/2014/main" id="{7644C386-BB0E-495C-BD0B-BDFC7A775431}"/>
              </a:ext>
            </a:extLst>
          </p:cNvPr>
          <p:cNvSpPr>
            <a:spLocks xmlns:a="http://schemas.openxmlformats.org/drawingml/2006/main" noGrp="1"/>
          </p:cNvSpPr>
          <p:nvPr/>
        </p:nvSpPr>
        <p:spPr>
          <a:xfrm xmlns:a="http://schemas.openxmlformats.org/drawingml/2006/main">
            <a:off x="156210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1" name="">
            <a:extLst xmlns:a="http://schemas.openxmlformats.org/drawingml/2006/main">
              <a:ext uri="{FF2B5EF4-FFF2-40B4-BE49-F238E27FC236}">
                <a16:creationId xmlns:a16="http://schemas.microsoft.com/office/drawing/2014/main" id="{A0F4F78B-1DB4-4E7F-A48C-6A5E4055F91A}"/>
              </a:ext>
            </a:extLst>
          </p:cNvPr>
          <p:cNvSpPr>
            <a:spLocks xmlns:a="http://schemas.openxmlformats.org/drawingml/2006/main" noGrp="1"/>
          </p:cNvSpPr>
          <p:nvPr/>
        </p:nvSpPr>
        <p:spPr>
          <a:xfrm xmlns:a="http://schemas.openxmlformats.org/drawingml/2006/main">
            <a:off x="180022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2" name="">
            <a:extLst xmlns:a="http://schemas.openxmlformats.org/drawingml/2006/main">
              <a:ext uri="{FF2B5EF4-FFF2-40B4-BE49-F238E27FC236}">
                <a16:creationId xmlns:a16="http://schemas.microsoft.com/office/drawing/2014/main" id="{A8A76443-3F2C-41B8-970F-B4C55F6608AD}"/>
              </a:ext>
            </a:extLst>
          </p:cNvPr>
          <p:cNvSpPr>
            <a:spLocks xmlns:a="http://schemas.openxmlformats.org/drawingml/2006/main" noGrp="1"/>
          </p:cNvSpPr>
          <p:nvPr/>
        </p:nvSpPr>
        <p:spPr>
          <a:xfrm xmlns:a="http://schemas.openxmlformats.org/drawingml/2006/main">
            <a:off x="203835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3" name="">
            <a:extLst xmlns:a="http://schemas.openxmlformats.org/drawingml/2006/main">
              <a:ext uri="{FF2B5EF4-FFF2-40B4-BE49-F238E27FC236}">
                <a16:creationId xmlns:a16="http://schemas.microsoft.com/office/drawing/2014/main" id="{1D692916-B699-4656-82B0-191809BE4133}"/>
              </a:ext>
            </a:extLst>
          </p:cNvPr>
          <p:cNvSpPr>
            <a:spLocks xmlns:a="http://schemas.openxmlformats.org/drawingml/2006/main" noGrp="1"/>
          </p:cNvSpPr>
          <p:nvPr/>
        </p:nvSpPr>
        <p:spPr>
          <a:xfrm xmlns:a="http://schemas.openxmlformats.org/drawingml/2006/main">
            <a:off x="227647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4" name="">
            <a:extLst xmlns:a="http://schemas.openxmlformats.org/drawingml/2006/main">
              <a:ext uri="{FF2B5EF4-FFF2-40B4-BE49-F238E27FC236}">
                <a16:creationId xmlns:a16="http://schemas.microsoft.com/office/drawing/2014/main" id="{9CAAFBDF-EDEC-470C-9893-E69219CDFB5B}"/>
              </a:ext>
            </a:extLst>
          </p:cNvPr>
          <p:cNvSpPr>
            <a:spLocks xmlns:a="http://schemas.openxmlformats.org/drawingml/2006/main" noGrp="1"/>
          </p:cNvSpPr>
          <p:nvPr/>
        </p:nvSpPr>
        <p:spPr>
          <a:xfrm xmlns:a="http://schemas.openxmlformats.org/drawingml/2006/main">
            <a:off x="251460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5" name="">
            <a:extLst xmlns:a="http://schemas.openxmlformats.org/drawingml/2006/main">
              <a:ext uri="{FF2B5EF4-FFF2-40B4-BE49-F238E27FC236}">
                <a16:creationId xmlns:a16="http://schemas.microsoft.com/office/drawing/2014/main" id="{375484B8-3CA7-4029-8A4D-51346348C08E}"/>
              </a:ext>
            </a:extLst>
          </p:cNvPr>
          <p:cNvSpPr>
            <a:spLocks xmlns:a="http://schemas.openxmlformats.org/drawingml/2006/main" noGrp="1"/>
          </p:cNvSpPr>
          <p:nvPr/>
        </p:nvSpPr>
        <p:spPr>
          <a:xfrm xmlns:a="http://schemas.openxmlformats.org/drawingml/2006/main">
            <a:off x="275272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6" name="">
            <a:extLst xmlns:a="http://schemas.openxmlformats.org/drawingml/2006/main">
              <a:ext uri="{FF2B5EF4-FFF2-40B4-BE49-F238E27FC236}">
                <a16:creationId xmlns:a16="http://schemas.microsoft.com/office/drawing/2014/main" id="{71BB40AF-EFFD-4D0C-BD76-1E25FA70B3BC}"/>
              </a:ext>
            </a:extLst>
          </p:cNvPr>
          <p:cNvSpPr>
            <a:spLocks xmlns:a="http://schemas.openxmlformats.org/drawingml/2006/main" noGrp="1"/>
          </p:cNvSpPr>
          <p:nvPr/>
        </p:nvSpPr>
        <p:spPr>
          <a:xfrm xmlns:a="http://schemas.openxmlformats.org/drawingml/2006/main">
            <a:off x="299085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7" name="">
            <a:extLst xmlns:a="http://schemas.openxmlformats.org/drawingml/2006/main">
              <a:ext uri="{FF2B5EF4-FFF2-40B4-BE49-F238E27FC236}">
                <a16:creationId xmlns:a16="http://schemas.microsoft.com/office/drawing/2014/main" id="{0410A404-DC16-4013-910D-32DB27F64FDD}"/>
              </a:ext>
            </a:extLst>
          </p:cNvPr>
          <p:cNvSpPr>
            <a:spLocks xmlns:a="http://schemas.openxmlformats.org/drawingml/2006/main" noGrp="1"/>
          </p:cNvSpPr>
          <p:nvPr/>
        </p:nvSpPr>
        <p:spPr>
          <a:xfrm xmlns:a="http://schemas.openxmlformats.org/drawingml/2006/main">
            <a:off x="322897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8" name="">
            <a:extLst xmlns:a="http://schemas.openxmlformats.org/drawingml/2006/main">
              <a:ext uri="{FF2B5EF4-FFF2-40B4-BE49-F238E27FC236}">
                <a16:creationId xmlns:a16="http://schemas.microsoft.com/office/drawing/2014/main" id="{B6498F1D-53E5-470A-9931-35BD3132CAD5}"/>
              </a:ext>
            </a:extLst>
          </p:cNvPr>
          <p:cNvSpPr>
            <a:spLocks xmlns:a="http://schemas.openxmlformats.org/drawingml/2006/main" noGrp="1"/>
          </p:cNvSpPr>
          <p:nvPr/>
        </p:nvSpPr>
        <p:spPr>
          <a:xfrm xmlns:a="http://schemas.openxmlformats.org/drawingml/2006/main">
            <a:off x="346710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39" name="">
            <a:extLst xmlns:a="http://schemas.openxmlformats.org/drawingml/2006/main">
              <a:ext uri="{FF2B5EF4-FFF2-40B4-BE49-F238E27FC236}">
                <a16:creationId xmlns:a16="http://schemas.microsoft.com/office/drawing/2014/main" id="{92B1ADA0-D89D-4E2C-A277-500F9E42258B}"/>
              </a:ext>
            </a:extLst>
          </p:cNvPr>
          <p:cNvSpPr>
            <a:spLocks xmlns:a="http://schemas.openxmlformats.org/drawingml/2006/main" noGrp="1"/>
          </p:cNvSpPr>
          <p:nvPr/>
        </p:nvSpPr>
        <p:spPr>
          <a:xfrm xmlns:a="http://schemas.openxmlformats.org/drawingml/2006/main">
            <a:off x="370522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0" name="">
            <a:extLst xmlns:a="http://schemas.openxmlformats.org/drawingml/2006/main">
              <a:ext uri="{FF2B5EF4-FFF2-40B4-BE49-F238E27FC236}">
                <a16:creationId xmlns:a16="http://schemas.microsoft.com/office/drawing/2014/main" id="{56D7CEEE-4DD1-442E-8BBC-E3CFD48E57AE}"/>
              </a:ext>
            </a:extLst>
          </p:cNvPr>
          <p:cNvSpPr>
            <a:spLocks xmlns:a="http://schemas.openxmlformats.org/drawingml/2006/main" noGrp="1"/>
          </p:cNvSpPr>
          <p:nvPr/>
        </p:nvSpPr>
        <p:spPr>
          <a:xfrm xmlns:a="http://schemas.openxmlformats.org/drawingml/2006/main">
            <a:off x="394335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1" name="">
            <a:extLst xmlns:a="http://schemas.openxmlformats.org/drawingml/2006/main">
              <a:ext uri="{FF2B5EF4-FFF2-40B4-BE49-F238E27FC236}">
                <a16:creationId xmlns:a16="http://schemas.microsoft.com/office/drawing/2014/main" id="{41E0144C-C622-4CEE-9CA9-7AEC37FE9294}"/>
              </a:ext>
            </a:extLst>
          </p:cNvPr>
          <p:cNvSpPr>
            <a:spLocks xmlns:a="http://schemas.openxmlformats.org/drawingml/2006/main" noGrp="1"/>
          </p:cNvSpPr>
          <p:nvPr/>
        </p:nvSpPr>
        <p:spPr>
          <a:xfrm xmlns:a="http://schemas.openxmlformats.org/drawingml/2006/main">
            <a:off x="418147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2" name="">
            <a:extLst xmlns:a="http://schemas.openxmlformats.org/drawingml/2006/main">
              <a:ext uri="{FF2B5EF4-FFF2-40B4-BE49-F238E27FC236}">
                <a16:creationId xmlns:a16="http://schemas.microsoft.com/office/drawing/2014/main" id="{27095F81-A8C4-4272-9FF3-978FD057266F}"/>
              </a:ext>
            </a:extLst>
          </p:cNvPr>
          <p:cNvSpPr>
            <a:spLocks xmlns:a="http://schemas.openxmlformats.org/drawingml/2006/main" noGrp="1"/>
          </p:cNvSpPr>
          <p:nvPr/>
        </p:nvSpPr>
        <p:spPr>
          <a:xfrm xmlns:a="http://schemas.openxmlformats.org/drawingml/2006/main">
            <a:off x="441960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3" name="">
            <a:extLst xmlns:a="http://schemas.openxmlformats.org/drawingml/2006/main">
              <a:ext uri="{FF2B5EF4-FFF2-40B4-BE49-F238E27FC236}">
                <a16:creationId xmlns:a16="http://schemas.microsoft.com/office/drawing/2014/main" id="{327D1AFD-9C07-4EC4-A8F1-31248029A65E}"/>
              </a:ext>
            </a:extLst>
          </p:cNvPr>
          <p:cNvSpPr>
            <a:spLocks xmlns:a="http://schemas.openxmlformats.org/drawingml/2006/main" noGrp="1"/>
          </p:cNvSpPr>
          <p:nvPr/>
        </p:nvSpPr>
        <p:spPr>
          <a:xfrm xmlns:a="http://schemas.openxmlformats.org/drawingml/2006/main">
            <a:off x="465772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4" name="">
            <a:extLst xmlns:a="http://schemas.openxmlformats.org/drawingml/2006/main">
              <a:ext uri="{FF2B5EF4-FFF2-40B4-BE49-F238E27FC236}">
                <a16:creationId xmlns:a16="http://schemas.microsoft.com/office/drawing/2014/main" id="{8A6AE5AA-FABF-4AA8-8E41-D0065852813F}"/>
              </a:ext>
            </a:extLst>
          </p:cNvPr>
          <p:cNvSpPr>
            <a:spLocks xmlns:a="http://schemas.openxmlformats.org/drawingml/2006/main" noGrp="1"/>
          </p:cNvSpPr>
          <p:nvPr/>
        </p:nvSpPr>
        <p:spPr>
          <a:xfrm xmlns:a="http://schemas.openxmlformats.org/drawingml/2006/main">
            <a:off x="4895850"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5" name="">
            <a:extLst xmlns:a="http://schemas.openxmlformats.org/drawingml/2006/main">
              <a:ext uri="{FF2B5EF4-FFF2-40B4-BE49-F238E27FC236}">
                <a16:creationId xmlns:a16="http://schemas.microsoft.com/office/drawing/2014/main" id="{5970153D-46C2-47F1-97B7-EAD8A99DFBBE}"/>
              </a:ext>
            </a:extLst>
          </p:cNvPr>
          <p:cNvSpPr>
            <a:spLocks xmlns:a="http://schemas.openxmlformats.org/drawingml/2006/main" noGrp="1"/>
          </p:cNvSpPr>
          <p:nvPr/>
        </p:nvSpPr>
        <p:spPr>
          <a:xfrm xmlns:a="http://schemas.openxmlformats.org/drawingml/2006/main">
            <a:off x="5133975" y="32385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6" name="">
            <a:extLst xmlns:a="http://schemas.openxmlformats.org/drawingml/2006/main">
              <a:ext uri="{FF2B5EF4-FFF2-40B4-BE49-F238E27FC236}">
                <a16:creationId xmlns:a16="http://schemas.microsoft.com/office/drawing/2014/main" id="{676F074C-C04B-4D32-9FF7-674A6F1FE9ED}"/>
              </a:ext>
            </a:extLst>
          </p:cNvPr>
          <p:cNvSpPr>
            <a:spLocks xmlns:a="http://schemas.openxmlformats.org/drawingml/2006/main" noGrp="1"/>
          </p:cNvSpPr>
          <p:nvPr/>
        </p:nvSpPr>
        <p:spPr>
          <a:xfrm xmlns:a="http://schemas.openxmlformats.org/drawingml/2006/main">
            <a:off x="60960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7" name="">
            <a:extLst xmlns:a="http://schemas.openxmlformats.org/drawingml/2006/main">
              <a:ext uri="{FF2B5EF4-FFF2-40B4-BE49-F238E27FC236}">
                <a16:creationId xmlns:a16="http://schemas.microsoft.com/office/drawing/2014/main" id="{702828FB-2981-427C-9804-0A551A3DC036}"/>
              </a:ext>
            </a:extLst>
          </p:cNvPr>
          <p:cNvSpPr>
            <a:spLocks xmlns:a="http://schemas.openxmlformats.org/drawingml/2006/main" noGrp="1"/>
          </p:cNvSpPr>
          <p:nvPr/>
        </p:nvSpPr>
        <p:spPr>
          <a:xfrm xmlns:a="http://schemas.openxmlformats.org/drawingml/2006/main">
            <a:off x="84772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8" name="">
            <a:extLst xmlns:a="http://schemas.openxmlformats.org/drawingml/2006/main">
              <a:ext uri="{FF2B5EF4-FFF2-40B4-BE49-F238E27FC236}">
                <a16:creationId xmlns:a16="http://schemas.microsoft.com/office/drawing/2014/main" id="{525E4516-DC2E-4155-A696-6CE29D7E4558}"/>
              </a:ext>
            </a:extLst>
          </p:cNvPr>
          <p:cNvSpPr>
            <a:spLocks xmlns:a="http://schemas.openxmlformats.org/drawingml/2006/main" noGrp="1"/>
          </p:cNvSpPr>
          <p:nvPr/>
        </p:nvSpPr>
        <p:spPr>
          <a:xfrm xmlns:a="http://schemas.openxmlformats.org/drawingml/2006/main">
            <a:off x="108585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49" name="">
            <a:extLst xmlns:a="http://schemas.openxmlformats.org/drawingml/2006/main">
              <a:ext uri="{FF2B5EF4-FFF2-40B4-BE49-F238E27FC236}">
                <a16:creationId xmlns:a16="http://schemas.microsoft.com/office/drawing/2014/main" id="{3062EAB7-3EBC-4FCB-8556-BCE9F96A74EC}"/>
              </a:ext>
            </a:extLst>
          </p:cNvPr>
          <p:cNvSpPr>
            <a:spLocks xmlns:a="http://schemas.openxmlformats.org/drawingml/2006/main" noGrp="1"/>
          </p:cNvSpPr>
          <p:nvPr/>
        </p:nvSpPr>
        <p:spPr>
          <a:xfrm xmlns:a="http://schemas.openxmlformats.org/drawingml/2006/main">
            <a:off x="132397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0" name="">
            <a:extLst xmlns:a="http://schemas.openxmlformats.org/drawingml/2006/main">
              <a:ext uri="{FF2B5EF4-FFF2-40B4-BE49-F238E27FC236}">
                <a16:creationId xmlns:a16="http://schemas.microsoft.com/office/drawing/2014/main" id="{36D83DCC-4A9A-456A-8D37-1B3F3DA1219E}"/>
              </a:ext>
            </a:extLst>
          </p:cNvPr>
          <p:cNvSpPr>
            <a:spLocks xmlns:a="http://schemas.openxmlformats.org/drawingml/2006/main" noGrp="1"/>
          </p:cNvSpPr>
          <p:nvPr/>
        </p:nvSpPr>
        <p:spPr>
          <a:xfrm xmlns:a="http://schemas.openxmlformats.org/drawingml/2006/main">
            <a:off x="156210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1" name="">
            <a:extLst xmlns:a="http://schemas.openxmlformats.org/drawingml/2006/main">
              <a:ext uri="{FF2B5EF4-FFF2-40B4-BE49-F238E27FC236}">
                <a16:creationId xmlns:a16="http://schemas.microsoft.com/office/drawing/2014/main" id="{20771036-16C4-40B4-8BCF-60D9E4DC56BF}"/>
              </a:ext>
            </a:extLst>
          </p:cNvPr>
          <p:cNvSpPr>
            <a:spLocks xmlns:a="http://schemas.openxmlformats.org/drawingml/2006/main" noGrp="1"/>
          </p:cNvSpPr>
          <p:nvPr/>
        </p:nvSpPr>
        <p:spPr>
          <a:xfrm xmlns:a="http://schemas.openxmlformats.org/drawingml/2006/main">
            <a:off x="180022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2" name="">
            <a:extLst xmlns:a="http://schemas.openxmlformats.org/drawingml/2006/main">
              <a:ext uri="{FF2B5EF4-FFF2-40B4-BE49-F238E27FC236}">
                <a16:creationId xmlns:a16="http://schemas.microsoft.com/office/drawing/2014/main" id="{013FCEFE-D718-4D6A-A4E4-99B61F1BA224}"/>
              </a:ext>
            </a:extLst>
          </p:cNvPr>
          <p:cNvSpPr>
            <a:spLocks xmlns:a="http://schemas.openxmlformats.org/drawingml/2006/main" noGrp="1"/>
          </p:cNvSpPr>
          <p:nvPr/>
        </p:nvSpPr>
        <p:spPr>
          <a:xfrm xmlns:a="http://schemas.openxmlformats.org/drawingml/2006/main">
            <a:off x="203835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3" name="">
            <a:extLst xmlns:a="http://schemas.openxmlformats.org/drawingml/2006/main">
              <a:ext uri="{FF2B5EF4-FFF2-40B4-BE49-F238E27FC236}">
                <a16:creationId xmlns:a16="http://schemas.microsoft.com/office/drawing/2014/main" id="{142EB283-0964-4402-832F-A7441C8AFAA2}"/>
              </a:ext>
            </a:extLst>
          </p:cNvPr>
          <p:cNvSpPr>
            <a:spLocks xmlns:a="http://schemas.openxmlformats.org/drawingml/2006/main" noGrp="1"/>
          </p:cNvSpPr>
          <p:nvPr/>
        </p:nvSpPr>
        <p:spPr>
          <a:xfrm xmlns:a="http://schemas.openxmlformats.org/drawingml/2006/main">
            <a:off x="227647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4" name="">
            <a:extLst xmlns:a="http://schemas.openxmlformats.org/drawingml/2006/main">
              <a:ext uri="{FF2B5EF4-FFF2-40B4-BE49-F238E27FC236}">
                <a16:creationId xmlns:a16="http://schemas.microsoft.com/office/drawing/2014/main" id="{E1199875-D65A-43C5-B89E-3F18F4BF1DAB}"/>
              </a:ext>
            </a:extLst>
          </p:cNvPr>
          <p:cNvSpPr>
            <a:spLocks xmlns:a="http://schemas.openxmlformats.org/drawingml/2006/main" noGrp="1"/>
          </p:cNvSpPr>
          <p:nvPr/>
        </p:nvSpPr>
        <p:spPr>
          <a:xfrm xmlns:a="http://schemas.openxmlformats.org/drawingml/2006/main">
            <a:off x="251460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5" name="">
            <a:extLst xmlns:a="http://schemas.openxmlformats.org/drawingml/2006/main">
              <a:ext uri="{FF2B5EF4-FFF2-40B4-BE49-F238E27FC236}">
                <a16:creationId xmlns:a16="http://schemas.microsoft.com/office/drawing/2014/main" id="{EE98E389-E15D-4795-8A38-0E5C9B559744}"/>
              </a:ext>
            </a:extLst>
          </p:cNvPr>
          <p:cNvSpPr>
            <a:spLocks xmlns:a="http://schemas.openxmlformats.org/drawingml/2006/main" noGrp="1"/>
          </p:cNvSpPr>
          <p:nvPr/>
        </p:nvSpPr>
        <p:spPr>
          <a:xfrm xmlns:a="http://schemas.openxmlformats.org/drawingml/2006/main">
            <a:off x="275272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6" name="">
            <a:extLst xmlns:a="http://schemas.openxmlformats.org/drawingml/2006/main">
              <a:ext uri="{FF2B5EF4-FFF2-40B4-BE49-F238E27FC236}">
                <a16:creationId xmlns:a16="http://schemas.microsoft.com/office/drawing/2014/main" id="{3380D400-14C9-4402-85B8-9BD0C49D68F2}"/>
              </a:ext>
            </a:extLst>
          </p:cNvPr>
          <p:cNvSpPr>
            <a:spLocks xmlns:a="http://schemas.openxmlformats.org/drawingml/2006/main" noGrp="1"/>
          </p:cNvSpPr>
          <p:nvPr/>
        </p:nvSpPr>
        <p:spPr>
          <a:xfrm xmlns:a="http://schemas.openxmlformats.org/drawingml/2006/main">
            <a:off x="299085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7" name="">
            <a:extLst xmlns:a="http://schemas.openxmlformats.org/drawingml/2006/main">
              <a:ext uri="{FF2B5EF4-FFF2-40B4-BE49-F238E27FC236}">
                <a16:creationId xmlns:a16="http://schemas.microsoft.com/office/drawing/2014/main" id="{A6BBC12F-0CBC-43FE-BA9D-B7EB7350515B}"/>
              </a:ext>
            </a:extLst>
          </p:cNvPr>
          <p:cNvSpPr>
            <a:spLocks xmlns:a="http://schemas.openxmlformats.org/drawingml/2006/main" noGrp="1"/>
          </p:cNvSpPr>
          <p:nvPr/>
        </p:nvSpPr>
        <p:spPr>
          <a:xfrm xmlns:a="http://schemas.openxmlformats.org/drawingml/2006/main">
            <a:off x="322897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8" name="">
            <a:extLst xmlns:a="http://schemas.openxmlformats.org/drawingml/2006/main">
              <a:ext uri="{FF2B5EF4-FFF2-40B4-BE49-F238E27FC236}">
                <a16:creationId xmlns:a16="http://schemas.microsoft.com/office/drawing/2014/main" id="{2F2796AD-05AA-4085-937E-B800CA89B172}"/>
              </a:ext>
            </a:extLst>
          </p:cNvPr>
          <p:cNvSpPr>
            <a:spLocks xmlns:a="http://schemas.openxmlformats.org/drawingml/2006/main" noGrp="1"/>
          </p:cNvSpPr>
          <p:nvPr/>
        </p:nvSpPr>
        <p:spPr>
          <a:xfrm xmlns:a="http://schemas.openxmlformats.org/drawingml/2006/main">
            <a:off x="346710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59" name="">
            <a:extLst xmlns:a="http://schemas.openxmlformats.org/drawingml/2006/main">
              <a:ext uri="{FF2B5EF4-FFF2-40B4-BE49-F238E27FC236}">
                <a16:creationId xmlns:a16="http://schemas.microsoft.com/office/drawing/2014/main" id="{84816FEC-9E89-4CD6-AACC-1D31011FC7A0}"/>
              </a:ext>
            </a:extLst>
          </p:cNvPr>
          <p:cNvSpPr>
            <a:spLocks xmlns:a="http://schemas.openxmlformats.org/drawingml/2006/main" noGrp="1"/>
          </p:cNvSpPr>
          <p:nvPr/>
        </p:nvSpPr>
        <p:spPr>
          <a:xfrm xmlns:a="http://schemas.openxmlformats.org/drawingml/2006/main">
            <a:off x="370522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0" name="">
            <a:extLst xmlns:a="http://schemas.openxmlformats.org/drawingml/2006/main">
              <a:ext uri="{FF2B5EF4-FFF2-40B4-BE49-F238E27FC236}">
                <a16:creationId xmlns:a16="http://schemas.microsoft.com/office/drawing/2014/main" id="{B6DDE398-7923-43E6-9FE7-0C4FA451516D}"/>
              </a:ext>
            </a:extLst>
          </p:cNvPr>
          <p:cNvSpPr>
            <a:spLocks xmlns:a="http://schemas.openxmlformats.org/drawingml/2006/main" noGrp="1"/>
          </p:cNvSpPr>
          <p:nvPr/>
        </p:nvSpPr>
        <p:spPr>
          <a:xfrm xmlns:a="http://schemas.openxmlformats.org/drawingml/2006/main">
            <a:off x="394335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1" name="">
            <a:extLst xmlns:a="http://schemas.openxmlformats.org/drawingml/2006/main">
              <a:ext uri="{FF2B5EF4-FFF2-40B4-BE49-F238E27FC236}">
                <a16:creationId xmlns:a16="http://schemas.microsoft.com/office/drawing/2014/main" id="{F09C15EF-2979-4B4E-9F24-10D1F7EBFEAD}"/>
              </a:ext>
            </a:extLst>
          </p:cNvPr>
          <p:cNvSpPr>
            <a:spLocks xmlns:a="http://schemas.openxmlformats.org/drawingml/2006/main" noGrp="1"/>
          </p:cNvSpPr>
          <p:nvPr/>
        </p:nvSpPr>
        <p:spPr>
          <a:xfrm xmlns:a="http://schemas.openxmlformats.org/drawingml/2006/main">
            <a:off x="418147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2" name="">
            <a:extLst xmlns:a="http://schemas.openxmlformats.org/drawingml/2006/main">
              <a:ext uri="{FF2B5EF4-FFF2-40B4-BE49-F238E27FC236}">
                <a16:creationId xmlns:a16="http://schemas.microsoft.com/office/drawing/2014/main" id="{EAFAB046-925B-45E9-9B0F-77F4CE17D05F}"/>
              </a:ext>
            </a:extLst>
          </p:cNvPr>
          <p:cNvSpPr>
            <a:spLocks xmlns:a="http://schemas.openxmlformats.org/drawingml/2006/main" noGrp="1"/>
          </p:cNvSpPr>
          <p:nvPr/>
        </p:nvSpPr>
        <p:spPr>
          <a:xfrm xmlns:a="http://schemas.openxmlformats.org/drawingml/2006/main">
            <a:off x="441960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3" name="">
            <a:extLst xmlns:a="http://schemas.openxmlformats.org/drawingml/2006/main">
              <a:ext uri="{FF2B5EF4-FFF2-40B4-BE49-F238E27FC236}">
                <a16:creationId xmlns:a16="http://schemas.microsoft.com/office/drawing/2014/main" id="{FE945BF3-2F69-4441-9763-551D142AE234}"/>
              </a:ext>
            </a:extLst>
          </p:cNvPr>
          <p:cNvSpPr>
            <a:spLocks xmlns:a="http://schemas.openxmlformats.org/drawingml/2006/main" noGrp="1"/>
          </p:cNvSpPr>
          <p:nvPr/>
        </p:nvSpPr>
        <p:spPr>
          <a:xfrm xmlns:a="http://schemas.openxmlformats.org/drawingml/2006/main">
            <a:off x="465772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4" name="">
            <a:extLst xmlns:a="http://schemas.openxmlformats.org/drawingml/2006/main">
              <a:ext uri="{FF2B5EF4-FFF2-40B4-BE49-F238E27FC236}">
                <a16:creationId xmlns:a16="http://schemas.microsoft.com/office/drawing/2014/main" id="{AE717FEE-2697-4EEB-85AA-A4F05775479B}"/>
              </a:ext>
            </a:extLst>
          </p:cNvPr>
          <p:cNvSpPr>
            <a:spLocks xmlns:a="http://schemas.openxmlformats.org/drawingml/2006/main" noGrp="1"/>
          </p:cNvSpPr>
          <p:nvPr/>
        </p:nvSpPr>
        <p:spPr>
          <a:xfrm xmlns:a="http://schemas.openxmlformats.org/drawingml/2006/main">
            <a:off x="4895850"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5" name="">
            <a:extLst xmlns:a="http://schemas.openxmlformats.org/drawingml/2006/main">
              <a:ext uri="{FF2B5EF4-FFF2-40B4-BE49-F238E27FC236}">
                <a16:creationId xmlns:a16="http://schemas.microsoft.com/office/drawing/2014/main" id="{B9BFE4A6-BFAC-4E3F-AD08-998CCB7E85D3}"/>
              </a:ext>
            </a:extLst>
          </p:cNvPr>
          <p:cNvSpPr>
            <a:spLocks xmlns:a="http://schemas.openxmlformats.org/drawingml/2006/main" noGrp="1"/>
          </p:cNvSpPr>
          <p:nvPr/>
        </p:nvSpPr>
        <p:spPr>
          <a:xfrm xmlns:a="http://schemas.openxmlformats.org/drawingml/2006/main">
            <a:off x="5133975" y="34766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6" name="">
            <a:extLst xmlns:a="http://schemas.openxmlformats.org/drawingml/2006/main">
              <a:ext uri="{FF2B5EF4-FFF2-40B4-BE49-F238E27FC236}">
                <a16:creationId xmlns:a16="http://schemas.microsoft.com/office/drawing/2014/main" id="{CCCF46D4-C6EB-4D8D-8501-C0666578B90F}"/>
              </a:ext>
            </a:extLst>
          </p:cNvPr>
          <p:cNvSpPr>
            <a:spLocks xmlns:a="http://schemas.openxmlformats.org/drawingml/2006/main" noGrp="1"/>
          </p:cNvSpPr>
          <p:nvPr/>
        </p:nvSpPr>
        <p:spPr>
          <a:xfrm xmlns:a="http://schemas.openxmlformats.org/drawingml/2006/main">
            <a:off x="60960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7" name="">
            <a:extLst xmlns:a="http://schemas.openxmlformats.org/drawingml/2006/main">
              <a:ext uri="{FF2B5EF4-FFF2-40B4-BE49-F238E27FC236}">
                <a16:creationId xmlns:a16="http://schemas.microsoft.com/office/drawing/2014/main" id="{E7037C7C-8D14-4CDE-B21B-842849FD3ABF}"/>
              </a:ext>
            </a:extLst>
          </p:cNvPr>
          <p:cNvSpPr>
            <a:spLocks xmlns:a="http://schemas.openxmlformats.org/drawingml/2006/main" noGrp="1"/>
          </p:cNvSpPr>
          <p:nvPr/>
        </p:nvSpPr>
        <p:spPr>
          <a:xfrm xmlns:a="http://schemas.openxmlformats.org/drawingml/2006/main">
            <a:off x="84772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8" name="">
            <a:extLst xmlns:a="http://schemas.openxmlformats.org/drawingml/2006/main">
              <a:ext uri="{FF2B5EF4-FFF2-40B4-BE49-F238E27FC236}">
                <a16:creationId xmlns:a16="http://schemas.microsoft.com/office/drawing/2014/main" id="{3BB9D066-033F-4202-BF6E-1BEF3E62F0C3}"/>
              </a:ext>
            </a:extLst>
          </p:cNvPr>
          <p:cNvSpPr>
            <a:spLocks xmlns:a="http://schemas.openxmlformats.org/drawingml/2006/main" noGrp="1"/>
          </p:cNvSpPr>
          <p:nvPr/>
        </p:nvSpPr>
        <p:spPr>
          <a:xfrm xmlns:a="http://schemas.openxmlformats.org/drawingml/2006/main">
            <a:off x="108585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69" name="">
            <a:extLst xmlns:a="http://schemas.openxmlformats.org/drawingml/2006/main">
              <a:ext uri="{FF2B5EF4-FFF2-40B4-BE49-F238E27FC236}">
                <a16:creationId xmlns:a16="http://schemas.microsoft.com/office/drawing/2014/main" id="{F524E81B-091F-4FEB-9DB5-541676921CF5}"/>
              </a:ext>
            </a:extLst>
          </p:cNvPr>
          <p:cNvSpPr>
            <a:spLocks xmlns:a="http://schemas.openxmlformats.org/drawingml/2006/main" noGrp="1"/>
          </p:cNvSpPr>
          <p:nvPr/>
        </p:nvSpPr>
        <p:spPr>
          <a:xfrm xmlns:a="http://schemas.openxmlformats.org/drawingml/2006/main">
            <a:off x="132397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0" name="">
            <a:extLst xmlns:a="http://schemas.openxmlformats.org/drawingml/2006/main">
              <a:ext uri="{FF2B5EF4-FFF2-40B4-BE49-F238E27FC236}">
                <a16:creationId xmlns:a16="http://schemas.microsoft.com/office/drawing/2014/main" id="{A8942D7E-E9CC-4344-8FAC-2D3732D11910}"/>
              </a:ext>
            </a:extLst>
          </p:cNvPr>
          <p:cNvSpPr>
            <a:spLocks xmlns:a="http://schemas.openxmlformats.org/drawingml/2006/main" noGrp="1"/>
          </p:cNvSpPr>
          <p:nvPr/>
        </p:nvSpPr>
        <p:spPr>
          <a:xfrm xmlns:a="http://schemas.openxmlformats.org/drawingml/2006/main">
            <a:off x="156210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1" name="">
            <a:extLst xmlns:a="http://schemas.openxmlformats.org/drawingml/2006/main">
              <a:ext uri="{FF2B5EF4-FFF2-40B4-BE49-F238E27FC236}">
                <a16:creationId xmlns:a16="http://schemas.microsoft.com/office/drawing/2014/main" id="{BD523A38-E0CB-4F35-B8AF-37C844A63083}"/>
              </a:ext>
            </a:extLst>
          </p:cNvPr>
          <p:cNvSpPr>
            <a:spLocks xmlns:a="http://schemas.openxmlformats.org/drawingml/2006/main" noGrp="1"/>
          </p:cNvSpPr>
          <p:nvPr/>
        </p:nvSpPr>
        <p:spPr>
          <a:xfrm xmlns:a="http://schemas.openxmlformats.org/drawingml/2006/main">
            <a:off x="180022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2" name="">
            <a:extLst xmlns:a="http://schemas.openxmlformats.org/drawingml/2006/main">
              <a:ext uri="{FF2B5EF4-FFF2-40B4-BE49-F238E27FC236}">
                <a16:creationId xmlns:a16="http://schemas.microsoft.com/office/drawing/2014/main" id="{C8AC55BC-9E5F-45C4-BDBB-A59724E0ECB0}"/>
              </a:ext>
            </a:extLst>
          </p:cNvPr>
          <p:cNvSpPr>
            <a:spLocks xmlns:a="http://schemas.openxmlformats.org/drawingml/2006/main" noGrp="1"/>
          </p:cNvSpPr>
          <p:nvPr/>
        </p:nvSpPr>
        <p:spPr>
          <a:xfrm xmlns:a="http://schemas.openxmlformats.org/drawingml/2006/main">
            <a:off x="203835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3" name="">
            <a:extLst xmlns:a="http://schemas.openxmlformats.org/drawingml/2006/main">
              <a:ext uri="{FF2B5EF4-FFF2-40B4-BE49-F238E27FC236}">
                <a16:creationId xmlns:a16="http://schemas.microsoft.com/office/drawing/2014/main" id="{0982AF9F-5487-49D3-9F2A-B30008F8DDE8}"/>
              </a:ext>
            </a:extLst>
          </p:cNvPr>
          <p:cNvSpPr>
            <a:spLocks xmlns:a="http://schemas.openxmlformats.org/drawingml/2006/main" noGrp="1"/>
          </p:cNvSpPr>
          <p:nvPr/>
        </p:nvSpPr>
        <p:spPr>
          <a:xfrm xmlns:a="http://schemas.openxmlformats.org/drawingml/2006/main">
            <a:off x="227647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4" name="">
            <a:extLst xmlns:a="http://schemas.openxmlformats.org/drawingml/2006/main">
              <a:ext uri="{FF2B5EF4-FFF2-40B4-BE49-F238E27FC236}">
                <a16:creationId xmlns:a16="http://schemas.microsoft.com/office/drawing/2014/main" id="{814CB603-47C9-42CC-9C3C-E8B4E0657039}"/>
              </a:ext>
            </a:extLst>
          </p:cNvPr>
          <p:cNvSpPr>
            <a:spLocks xmlns:a="http://schemas.openxmlformats.org/drawingml/2006/main" noGrp="1"/>
          </p:cNvSpPr>
          <p:nvPr/>
        </p:nvSpPr>
        <p:spPr>
          <a:xfrm xmlns:a="http://schemas.openxmlformats.org/drawingml/2006/main">
            <a:off x="251460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5" name="">
            <a:extLst xmlns:a="http://schemas.openxmlformats.org/drawingml/2006/main">
              <a:ext uri="{FF2B5EF4-FFF2-40B4-BE49-F238E27FC236}">
                <a16:creationId xmlns:a16="http://schemas.microsoft.com/office/drawing/2014/main" id="{09336B04-0205-481E-A273-C5550D8A101E}"/>
              </a:ext>
            </a:extLst>
          </p:cNvPr>
          <p:cNvSpPr>
            <a:spLocks xmlns:a="http://schemas.openxmlformats.org/drawingml/2006/main" noGrp="1"/>
          </p:cNvSpPr>
          <p:nvPr/>
        </p:nvSpPr>
        <p:spPr>
          <a:xfrm xmlns:a="http://schemas.openxmlformats.org/drawingml/2006/main">
            <a:off x="275272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6" name="">
            <a:extLst xmlns:a="http://schemas.openxmlformats.org/drawingml/2006/main">
              <a:ext uri="{FF2B5EF4-FFF2-40B4-BE49-F238E27FC236}">
                <a16:creationId xmlns:a16="http://schemas.microsoft.com/office/drawing/2014/main" id="{F213E629-979B-4B5D-9BE8-0A8FA7ADEEDA}"/>
              </a:ext>
            </a:extLst>
          </p:cNvPr>
          <p:cNvSpPr>
            <a:spLocks xmlns:a="http://schemas.openxmlformats.org/drawingml/2006/main" noGrp="1"/>
          </p:cNvSpPr>
          <p:nvPr/>
        </p:nvSpPr>
        <p:spPr>
          <a:xfrm xmlns:a="http://schemas.openxmlformats.org/drawingml/2006/main">
            <a:off x="299085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7" name="">
            <a:extLst xmlns:a="http://schemas.openxmlformats.org/drawingml/2006/main">
              <a:ext uri="{FF2B5EF4-FFF2-40B4-BE49-F238E27FC236}">
                <a16:creationId xmlns:a16="http://schemas.microsoft.com/office/drawing/2014/main" id="{1D57727A-2450-4EB2-9480-DC93CE8334D6}"/>
              </a:ext>
            </a:extLst>
          </p:cNvPr>
          <p:cNvSpPr>
            <a:spLocks xmlns:a="http://schemas.openxmlformats.org/drawingml/2006/main" noGrp="1"/>
          </p:cNvSpPr>
          <p:nvPr/>
        </p:nvSpPr>
        <p:spPr>
          <a:xfrm xmlns:a="http://schemas.openxmlformats.org/drawingml/2006/main">
            <a:off x="322897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8" name="">
            <a:extLst xmlns:a="http://schemas.openxmlformats.org/drawingml/2006/main">
              <a:ext uri="{FF2B5EF4-FFF2-40B4-BE49-F238E27FC236}">
                <a16:creationId xmlns:a16="http://schemas.microsoft.com/office/drawing/2014/main" id="{6253DF43-1738-4194-A806-F0D7592EC162}"/>
              </a:ext>
            </a:extLst>
          </p:cNvPr>
          <p:cNvSpPr>
            <a:spLocks xmlns:a="http://schemas.openxmlformats.org/drawingml/2006/main" noGrp="1"/>
          </p:cNvSpPr>
          <p:nvPr/>
        </p:nvSpPr>
        <p:spPr>
          <a:xfrm xmlns:a="http://schemas.openxmlformats.org/drawingml/2006/main">
            <a:off x="346710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79" name="">
            <a:extLst xmlns:a="http://schemas.openxmlformats.org/drawingml/2006/main">
              <a:ext uri="{FF2B5EF4-FFF2-40B4-BE49-F238E27FC236}">
                <a16:creationId xmlns:a16="http://schemas.microsoft.com/office/drawing/2014/main" id="{32B00BFE-7C7C-4A9C-BE9A-5C5CE7213C17}"/>
              </a:ext>
            </a:extLst>
          </p:cNvPr>
          <p:cNvSpPr>
            <a:spLocks xmlns:a="http://schemas.openxmlformats.org/drawingml/2006/main" noGrp="1"/>
          </p:cNvSpPr>
          <p:nvPr/>
        </p:nvSpPr>
        <p:spPr>
          <a:xfrm xmlns:a="http://schemas.openxmlformats.org/drawingml/2006/main">
            <a:off x="370522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0" name="">
            <a:extLst xmlns:a="http://schemas.openxmlformats.org/drawingml/2006/main">
              <a:ext uri="{FF2B5EF4-FFF2-40B4-BE49-F238E27FC236}">
                <a16:creationId xmlns:a16="http://schemas.microsoft.com/office/drawing/2014/main" id="{08086BD1-6567-4D7C-8538-A16D0557FB1D}"/>
              </a:ext>
            </a:extLst>
          </p:cNvPr>
          <p:cNvSpPr>
            <a:spLocks xmlns:a="http://schemas.openxmlformats.org/drawingml/2006/main" noGrp="1"/>
          </p:cNvSpPr>
          <p:nvPr/>
        </p:nvSpPr>
        <p:spPr>
          <a:xfrm xmlns:a="http://schemas.openxmlformats.org/drawingml/2006/main">
            <a:off x="394335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1" name="">
            <a:extLst xmlns:a="http://schemas.openxmlformats.org/drawingml/2006/main">
              <a:ext uri="{FF2B5EF4-FFF2-40B4-BE49-F238E27FC236}">
                <a16:creationId xmlns:a16="http://schemas.microsoft.com/office/drawing/2014/main" id="{C0C15297-F38C-410E-9129-F07AFD7F6184}"/>
              </a:ext>
            </a:extLst>
          </p:cNvPr>
          <p:cNvSpPr>
            <a:spLocks xmlns:a="http://schemas.openxmlformats.org/drawingml/2006/main" noGrp="1"/>
          </p:cNvSpPr>
          <p:nvPr/>
        </p:nvSpPr>
        <p:spPr>
          <a:xfrm xmlns:a="http://schemas.openxmlformats.org/drawingml/2006/main">
            <a:off x="418147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2" name="">
            <a:extLst xmlns:a="http://schemas.openxmlformats.org/drawingml/2006/main">
              <a:ext uri="{FF2B5EF4-FFF2-40B4-BE49-F238E27FC236}">
                <a16:creationId xmlns:a16="http://schemas.microsoft.com/office/drawing/2014/main" id="{76D3A5D7-5902-429F-A553-08B3039F65A6}"/>
              </a:ext>
            </a:extLst>
          </p:cNvPr>
          <p:cNvSpPr>
            <a:spLocks xmlns:a="http://schemas.openxmlformats.org/drawingml/2006/main" noGrp="1"/>
          </p:cNvSpPr>
          <p:nvPr/>
        </p:nvSpPr>
        <p:spPr>
          <a:xfrm xmlns:a="http://schemas.openxmlformats.org/drawingml/2006/main">
            <a:off x="441960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3" name="">
            <a:extLst xmlns:a="http://schemas.openxmlformats.org/drawingml/2006/main">
              <a:ext uri="{FF2B5EF4-FFF2-40B4-BE49-F238E27FC236}">
                <a16:creationId xmlns:a16="http://schemas.microsoft.com/office/drawing/2014/main" id="{583F602E-DB15-4857-9895-31F1416D6052}"/>
              </a:ext>
            </a:extLst>
          </p:cNvPr>
          <p:cNvSpPr>
            <a:spLocks xmlns:a="http://schemas.openxmlformats.org/drawingml/2006/main" noGrp="1"/>
          </p:cNvSpPr>
          <p:nvPr/>
        </p:nvSpPr>
        <p:spPr>
          <a:xfrm xmlns:a="http://schemas.openxmlformats.org/drawingml/2006/main">
            <a:off x="465772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4" name="">
            <a:extLst xmlns:a="http://schemas.openxmlformats.org/drawingml/2006/main">
              <a:ext uri="{FF2B5EF4-FFF2-40B4-BE49-F238E27FC236}">
                <a16:creationId xmlns:a16="http://schemas.microsoft.com/office/drawing/2014/main" id="{75D2D5F8-7B5F-4CC0-A27B-96027D503AC1}"/>
              </a:ext>
            </a:extLst>
          </p:cNvPr>
          <p:cNvSpPr>
            <a:spLocks xmlns:a="http://schemas.openxmlformats.org/drawingml/2006/main" noGrp="1"/>
          </p:cNvSpPr>
          <p:nvPr/>
        </p:nvSpPr>
        <p:spPr>
          <a:xfrm xmlns:a="http://schemas.openxmlformats.org/drawingml/2006/main">
            <a:off x="4895850"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5" name="">
            <a:extLst xmlns:a="http://schemas.openxmlformats.org/drawingml/2006/main">
              <a:ext uri="{FF2B5EF4-FFF2-40B4-BE49-F238E27FC236}">
                <a16:creationId xmlns:a16="http://schemas.microsoft.com/office/drawing/2014/main" id="{BE7AA64E-2F6A-45CE-BF6B-4A831DFD4062}"/>
              </a:ext>
            </a:extLst>
          </p:cNvPr>
          <p:cNvSpPr>
            <a:spLocks xmlns:a="http://schemas.openxmlformats.org/drawingml/2006/main" noGrp="1"/>
          </p:cNvSpPr>
          <p:nvPr/>
        </p:nvSpPr>
        <p:spPr>
          <a:xfrm xmlns:a="http://schemas.openxmlformats.org/drawingml/2006/main">
            <a:off x="5133975" y="371475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6" name="">
            <a:extLst xmlns:a="http://schemas.openxmlformats.org/drawingml/2006/main">
              <a:ext uri="{FF2B5EF4-FFF2-40B4-BE49-F238E27FC236}">
                <a16:creationId xmlns:a16="http://schemas.microsoft.com/office/drawing/2014/main" id="{AFB4A497-38A2-4D85-B5CA-FB2CB82AF8B3}"/>
              </a:ext>
            </a:extLst>
          </p:cNvPr>
          <p:cNvSpPr>
            <a:spLocks xmlns:a="http://schemas.openxmlformats.org/drawingml/2006/main" noGrp="1"/>
          </p:cNvSpPr>
          <p:nvPr/>
        </p:nvSpPr>
        <p:spPr>
          <a:xfrm xmlns:a="http://schemas.openxmlformats.org/drawingml/2006/main">
            <a:off x="60960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7" name="">
            <a:extLst xmlns:a="http://schemas.openxmlformats.org/drawingml/2006/main">
              <a:ext uri="{FF2B5EF4-FFF2-40B4-BE49-F238E27FC236}">
                <a16:creationId xmlns:a16="http://schemas.microsoft.com/office/drawing/2014/main" id="{388C1AAD-51A0-4028-B3CC-5EB5FB4565DA}"/>
              </a:ext>
            </a:extLst>
          </p:cNvPr>
          <p:cNvSpPr>
            <a:spLocks xmlns:a="http://schemas.openxmlformats.org/drawingml/2006/main" noGrp="1"/>
          </p:cNvSpPr>
          <p:nvPr/>
        </p:nvSpPr>
        <p:spPr>
          <a:xfrm xmlns:a="http://schemas.openxmlformats.org/drawingml/2006/main">
            <a:off x="84772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8" name="">
            <a:extLst xmlns:a="http://schemas.openxmlformats.org/drawingml/2006/main">
              <a:ext uri="{FF2B5EF4-FFF2-40B4-BE49-F238E27FC236}">
                <a16:creationId xmlns:a16="http://schemas.microsoft.com/office/drawing/2014/main" id="{E2AB360D-E7AB-4546-B5B6-10B89CB33EF0}"/>
              </a:ext>
            </a:extLst>
          </p:cNvPr>
          <p:cNvSpPr>
            <a:spLocks xmlns:a="http://schemas.openxmlformats.org/drawingml/2006/main" noGrp="1"/>
          </p:cNvSpPr>
          <p:nvPr/>
        </p:nvSpPr>
        <p:spPr>
          <a:xfrm xmlns:a="http://schemas.openxmlformats.org/drawingml/2006/main">
            <a:off x="108585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89" name="">
            <a:extLst xmlns:a="http://schemas.openxmlformats.org/drawingml/2006/main">
              <a:ext uri="{FF2B5EF4-FFF2-40B4-BE49-F238E27FC236}">
                <a16:creationId xmlns:a16="http://schemas.microsoft.com/office/drawing/2014/main" id="{5CC00E7A-FD7B-48E4-BA17-BD204ACD5100}"/>
              </a:ext>
            </a:extLst>
          </p:cNvPr>
          <p:cNvSpPr>
            <a:spLocks xmlns:a="http://schemas.openxmlformats.org/drawingml/2006/main" noGrp="1"/>
          </p:cNvSpPr>
          <p:nvPr/>
        </p:nvSpPr>
        <p:spPr>
          <a:xfrm xmlns:a="http://schemas.openxmlformats.org/drawingml/2006/main">
            <a:off x="132397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0" name="">
            <a:extLst xmlns:a="http://schemas.openxmlformats.org/drawingml/2006/main">
              <a:ext uri="{FF2B5EF4-FFF2-40B4-BE49-F238E27FC236}">
                <a16:creationId xmlns:a16="http://schemas.microsoft.com/office/drawing/2014/main" id="{998AD52B-7841-4A77-9A9B-5F162A568CFD}"/>
              </a:ext>
            </a:extLst>
          </p:cNvPr>
          <p:cNvSpPr>
            <a:spLocks xmlns:a="http://schemas.openxmlformats.org/drawingml/2006/main" noGrp="1"/>
          </p:cNvSpPr>
          <p:nvPr/>
        </p:nvSpPr>
        <p:spPr>
          <a:xfrm xmlns:a="http://schemas.openxmlformats.org/drawingml/2006/main">
            <a:off x="156210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1" name="">
            <a:extLst xmlns:a="http://schemas.openxmlformats.org/drawingml/2006/main">
              <a:ext uri="{FF2B5EF4-FFF2-40B4-BE49-F238E27FC236}">
                <a16:creationId xmlns:a16="http://schemas.microsoft.com/office/drawing/2014/main" id="{34F64264-C694-499F-ABC9-B9B41BB33B7F}"/>
              </a:ext>
            </a:extLst>
          </p:cNvPr>
          <p:cNvSpPr>
            <a:spLocks xmlns:a="http://schemas.openxmlformats.org/drawingml/2006/main" noGrp="1"/>
          </p:cNvSpPr>
          <p:nvPr/>
        </p:nvSpPr>
        <p:spPr>
          <a:xfrm xmlns:a="http://schemas.openxmlformats.org/drawingml/2006/main">
            <a:off x="180022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2" name="">
            <a:extLst xmlns:a="http://schemas.openxmlformats.org/drawingml/2006/main">
              <a:ext uri="{FF2B5EF4-FFF2-40B4-BE49-F238E27FC236}">
                <a16:creationId xmlns:a16="http://schemas.microsoft.com/office/drawing/2014/main" id="{4BE1B119-596D-4AB2-AE58-D5149DAAB67A}"/>
              </a:ext>
            </a:extLst>
          </p:cNvPr>
          <p:cNvSpPr>
            <a:spLocks xmlns:a="http://schemas.openxmlformats.org/drawingml/2006/main" noGrp="1"/>
          </p:cNvSpPr>
          <p:nvPr/>
        </p:nvSpPr>
        <p:spPr>
          <a:xfrm xmlns:a="http://schemas.openxmlformats.org/drawingml/2006/main">
            <a:off x="203835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3" name="">
            <a:extLst xmlns:a="http://schemas.openxmlformats.org/drawingml/2006/main">
              <a:ext uri="{FF2B5EF4-FFF2-40B4-BE49-F238E27FC236}">
                <a16:creationId xmlns:a16="http://schemas.microsoft.com/office/drawing/2014/main" id="{490FDBA6-72A7-49A8-93F0-225B66AD0F37}"/>
              </a:ext>
            </a:extLst>
          </p:cNvPr>
          <p:cNvSpPr>
            <a:spLocks xmlns:a="http://schemas.openxmlformats.org/drawingml/2006/main" noGrp="1"/>
          </p:cNvSpPr>
          <p:nvPr/>
        </p:nvSpPr>
        <p:spPr>
          <a:xfrm xmlns:a="http://schemas.openxmlformats.org/drawingml/2006/main">
            <a:off x="227647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4" name="">
            <a:extLst xmlns:a="http://schemas.openxmlformats.org/drawingml/2006/main">
              <a:ext uri="{FF2B5EF4-FFF2-40B4-BE49-F238E27FC236}">
                <a16:creationId xmlns:a16="http://schemas.microsoft.com/office/drawing/2014/main" id="{6AB59EC6-8C91-43FE-B7A0-B0F739205571}"/>
              </a:ext>
            </a:extLst>
          </p:cNvPr>
          <p:cNvSpPr>
            <a:spLocks xmlns:a="http://schemas.openxmlformats.org/drawingml/2006/main" noGrp="1"/>
          </p:cNvSpPr>
          <p:nvPr/>
        </p:nvSpPr>
        <p:spPr>
          <a:xfrm xmlns:a="http://schemas.openxmlformats.org/drawingml/2006/main">
            <a:off x="251460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5" name="">
            <a:extLst xmlns:a="http://schemas.openxmlformats.org/drawingml/2006/main">
              <a:ext uri="{FF2B5EF4-FFF2-40B4-BE49-F238E27FC236}">
                <a16:creationId xmlns:a16="http://schemas.microsoft.com/office/drawing/2014/main" id="{35CE9D5F-73C7-4BF0-9462-EBF0E9AB6A25}"/>
              </a:ext>
            </a:extLst>
          </p:cNvPr>
          <p:cNvSpPr>
            <a:spLocks xmlns:a="http://schemas.openxmlformats.org/drawingml/2006/main" noGrp="1"/>
          </p:cNvSpPr>
          <p:nvPr/>
        </p:nvSpPr>
        <p:spPr>
          <a:xfrm xmlns:a="http://schemas.openxmlformats.org/drawingml/2006/main">
            <a:off x="275272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6" name="">
            <a:extLst xmlns:a="http://schemas.openxmlformats.org/drawingml/2006/main">
              <a:ext uri="{FF2B5EF4-FFF2-40B4-BE49-F238E27FC236}">
                <a16:creationId xmlns:a16="http://schemas.microsoft.com/office/drawing/2014/main" id="{103691C9-2D3F-4C1B-8CF3-73246FD3655E}"/>
              </a:ext>
            </a:extLst>
          </p:cNvPr>
          <p:cNvSpPr>
            <a:spLocks xmlns:a="http://schemas.openxmlformats.org/drawingml/2006/main" noGrp="1"/>
          </p:cNvSpPr>
          <p:nvPr/>
        </p:nvSpPr>
        <p:spPr>
          <a:xfrm xmlns:a="http://schemas.openxmlformats.org/drawingml/2006/main">
            <a:off x="299085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7" name="">
            <a:extLst xmlns:a="http://schemas.openxmlformats.org/drawingml/2006/main">
              <a:ext uri="{FF2B5EF4-FFF2-40B4-BE49-F238E27FC236}">
                <a16:creationId xmlns:a16="http://schemas.microsoft.com/office/drawing/2014/main" id="{2A5A0E42-5049-48B7-A71E-F20BC5007219}"/>
              </a:ext>
            </a:extLst>
          </p:cNvPr>
          <p:cNvSpPr>
            <a:spLocks xmlns:a="http://schemas.openxmlformats.org/drawingml/2006/main" noGrp="1"/>
          </p:cNvSpPr>
          <p:nvPr/>
        </p:nvSpPr>
        <p:spPr>
          <a:xfrm xmlns:a="http://schemas.openxmlformats.org/drawingml/2006/main">
            <a:off x="322897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8" name="">
            <a:extLst xmlns:a="http://schemas.openxmlformats.org/drawingml/2006/main">
              <a:ext uri="{FF2B5EF4-FFF2-40B4-BE49-F238E27FC236}">
                <a16:creationId xmlns:a16="http://schemas.microsoft.com/office/drawing/2014/main" id="{4C9BF0D7-879B-46D5-B0B5-E562181511A5}"/>
              </a:ext>
            </a:extLst>
          </p:cNvPr>
          <p:cNvSpPr>
            <a:spLocks xmlns:a="http://schemas.openxmlformats.org/drawingml/2006/main" noGrp="1"/>
          </p:cNvSpPr>
          <p:nvPr/>
        </p:nvSpPr>
        <p:spPr>
          <a:xfrm xmlns:a="http://schemas.openxmlformats.org/drawingml/2006/main">
            <a:off x="346710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199" name="">
            <a:extLst xmlns:a="http://schemas.openxmlformats.org/drawingml/2006/main">
              <a:ext uri="{FF2B5EF4-FFF2-40B4-BE49-F238E27FC236}">
                <a16:creationId xmlns:a16="http://schemas.microsoft.com/office/drawing/2014/main" id="{2F3EDD34-57B0-44C1-BC88-469485BD4275}"/>
              </a:ext>
            </a:extLst>
          </p:cNvPr>
          <p:cNvSpPr>
            <a:spLocks xmlns:a="http://schemas.openxmlformats.org/drawingml/2006/main" noGrp="1"/>
          </p:cNvSpPr>
          <p:nvPr/>
        </p:nvSpPr>
        <p:spPr>
          <a:xfrm xmlns:a="http://schemas.openxmlformats.org/drawingml/2006/main">
            <a:off x="370522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0" name="">
            <a:extLst xmlns:a="http://schemas.openxmlformats.org/drawingml/2006/main">
              <a:ext uri="{FF2B5EF4-FFF2-40B4-BE49-F238E27FC236}">
                <a16:creationId xmlns:a16="http://schemas.microsoft.com/office/drawing/2014/main" id="{B8C470EA-1DDD-40FA-9E81-18D5ACAF7728}"/>
              </a:ext>
            </a:extLst>
          </p:cNvPr>
          <p:cNvSpPr>
            <a:spLocks xmlns:a="http://schemas.openxmlformats.org/drawingml/2006/main" noGrp="1"/>
          </p:cNvSpPr>
          <p:nvPr/>
        </p:nvSpPr>
        <p:spPr>
          <a:xfrm xmlns:a="http://schemas.openxmlformats.org/drawingml/2006/main">
            <a:off x="394335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1" name="">
            <a:extLst xmlns:a="http://schemas.openxmlformats.org/drawingml/2006/main">
              <a:ext uri="{FF2B5EF4-FFF2-40B4-BE49-F238E27FC236}">
                <a16:creationId xmlns:a16="http://schemas.microsoft.com/office/drawing/2014/main" id="{5009C5F0-D75C-48C4-BD14-864E64EC2041}"/>
              </a:ext>
            </a:extLst>
          </p:cNvPr>
          <p:cNvSpPr>
            <a:spLocks xmlns:a="http://schemas.openxmlformats.org/drawingml/2006/main" noGrp="1"/>
          </p:cNvSpPr>
          <p:nvPr/>
        </p:nvSpPr>
        <p:spPr>
          <a:xfrm xmlns:a="http://schemas.openxmlformats.org/drawingml/2006/main">
            <a:off x="418147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2" name="">
            <a:extLst xmlns:a="http://schemas.openxmlformats.org/drawingml/2006/main">
              <a:ext uri="{FF2B5EF4-FFF2-40B4-BE49-F238E27FC236}">
                <a16:creationId xmlns:a16="http://schemas.microsoft.com/office/drawing/2014/main" id="{D45A4E15-E559-4136-AE65-B8A5231E4046}"/>
              </a:ext>
            </a:extLst>
          </p:cNvPr>
          <p:cNvSpPr>
            <a:spLocks xmlns:a="http://schemas.openxmlformats.org/drawingml/2006/main" noGrp="1"/>
          </p:cNvSpPr>
          <p:nvPr/>
        </p:nvSpPr>
        <p:spPr>
          <a:xfrm xmlns:a="http://schemas.openxmlformats.org/drawingml/2006/main">
            <a:off x="441960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3" name="">
            <a:extLst xmlns:a="http://schemas.openxmlformats.org/drawingml/2006/main">
              <a:ext uri="{FF2B5EF4-FFF2-40B4-BE49-F238E27FC236}">
                <a16:creationId xmlns:a16="http://schemas.microsoft.com/office/drawing/2014/main" id="{F608476A-3DE5-46DC-BC8B-376681BB081B}"/>
              </a:ext>
            </a:extLst>
          </p:cNvPr>
          <p:cNvSpPr>
            <a:spLocks xmlns:a="http://schemas.openxmlformats.org/drawingml/2006/main" noGrp="1"/>
          </p:cNvSpPr>
          <p:nvPr/>
        </p:nvSpPr>
        <p:spPr>
          <a:xfrm xmlns:a="http://schemas.openxmlformats.org/drawingml/2006/main">
            <a:off x="465772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4" name="">
            <a:extLst xmlns:a="http://schemas.openxmlformats.org/drawingml/2006/main">
              <a:ext uri="{FF2B5EF4-FFF2-40B4-BE49-F238E27FC236}">
                <a16:creationId xmlns:a16="http://schemas.microsoft.com/office/drawing/2014/main" id="{966E392B-0D16-4D9F-9AFB-C9FCC2036AA2}"/>
              </a:ext>
            </a:extLst>
          </p:cNvPr>
          <p:cNvSpPr>
            <a:spLocks xmlns:a="http://schemas.openxmlformats.org/drawingml/2006/main" noGrp="1"/>
          </p:cNvSpPr>
          <p:nvPr/>
        </p:nvSpPr>
        <p:spPr>
          <a:xfrm xmlns:a="http://schemas.openxmlformats.org/drawingml/2006/main">
            <a:off x="4895850"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5" name="">
            <a:extLst xmlns:a="http://schemas.openxmlformats.org/drawingml/2006/main">
              <a:ext uri="{FF2B5EF4-FFF2-40B4-BE49-F238E27FC236}">
                <a16:creationId xmlns:a16="http://schemas.microsoft.com/office/drawing/2014/main" id="{D3C8CEA6-8916-49D1-9C04-060F512367B7}"/>
              </a:ext>
            </a:extLst>
          </p:cNvPr>
          <p:cNvSpPr>
            <a:spLocks xmlns:a="http://schemas.openxmlformats.org/drawingml/2006/main" noGrp="1"/>
          </p:cNvSpPr>
          <p:nvPr/>
        </p:nvSpPr>
        <p:spPr>
          <a:xfrm xmlns:a="http://schemas.openxmlformats.org/drawingml/2006/main">
            <a:off x="5133975" y="395287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6" name="">
            <a:extLst xmlns:a="http://schemas.openxmlformats.org/drawingml/2006/main">
              <a:ext uri="{FF2B5EF4-FFF2-40B4-BE49-F238E27FC236}">
                <a16:creationId xmlns:a16="http://schemas.microsoft.com/office/drawing/2014/main" id="{E65094A1-F1B6-445D-B548-65820CC90BD0}"/>
              </a:ext>
            </a:extLst>
          </p:cNvPr>
          <p:cNvSpPr>
            <a:spLocks xmlns:a="http://schemas.openxmlformats.org/drawingml/2006/main" noGrp="1"/>
          </p:cNvSpPr>
          <p:nvPr/>
        </p:nvSpPr>
        <p:spPr>
          <a:xfrm xmlns:a="http://schemas.openxmlformats.org/drawingml/2006/main">
            <a:off x="60960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7" name="">
            <a:extLst xmlns:a="http://schemas.openxmlformats.org/drawingml/2006/main">
              <a:ext uri="{FF2B5EF4-FFF2-40B4-BE49-F238E27FC236}">
                <a16:creationId xmlns:a16="http://schemas.microsoft.com/office/drawing/2014/main" id="{3AD83636-08FE-4B55-8285-BFA6E0FA12D6}"/>
              </a:ext>
            </a:extLst>
          </p:cNvPr>
          <p:cNvSpPr>
            <a:spLocks xmlns:a="http://schemas.openxmlformats.org/drawingml/2006/main" noGrp="1"/>
          </p:cNvSpPr>
          <p:nvPr/>
        </p:nvSpPr>
        <p:spPr>
          <a:xfrm xmlns:a="http://schemas.openxmlformats.org/drawingml/2006/main">
            <a:off x="84772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8" name="">
            <a:extLst xmlns:a="http://schemas.openxmlformats.org/drawingml/2006/main">
              <a:ext uri="{FF2B5EF4-FFF2-40B4-BE49-F238E27FC236}">
                <a16:creationId xmlns:a16="http://schemas.microsoft.com/office/drawing/2014/main" id="{1DFA7D75-CDA6-43FC-8E9F-75807DA30E99}"/>
              </a:ext>
            </a:extLst>
          </p:cNvPr>
          <p:cNvSpPr>
            <a:spLocks xmlns:a="http://schemas.openxmlformats.org/drawingml/2006/main" noGrp="1"/>
          </p:cNvSpPr>
          <p:nvPr/>
        </p:nvSpPr>
        <p:spPr>
          <a:xfrm xmlns:a="http://schemas.openxmlformats.org/drawingml/2006/main">
            <a:off x="108585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09" name="">
            <a:extLst xmlns:a="http://schemas.openxmlformats.org/drawingml/2006/main">
              <a:ext uri="{FF2B5EF4-FFF2-40B4-BE49-F238E27FC236}">
                <a16:creationId xmlns:a16="http://schemas.microsoft.com/office/drawing/2014/main" id="{E9A26714-B773-41D9-965B-70B8A725216C}"/>
              </a:ext>
            </a:extLst>
          </p:cNvPr>
          <p:cNvSpPr>
            <a:spLocks xmlns:a="http://schemas.openxmlformats.org/drawingml/2006/main" noGrp="1"/>
          </p:cNvSpPr>
          <p:nvPr/>
        </p:nvSpPr>
        <p:spPr>
          <a:xfrm xmlns:a="http://schemas.openxmlformats.org/drawingml/2006/main">
            <a:off x="132397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0" name="">
            <a:extLst xmlns:a="http://schemas.openxmlformats.org/drawingml/2006/main">
              <a:ext uri="{FF2B5EF4-FFF2-40B4-BE49-F238E27FC236}">
                <a16:creationId xmlns:a16="http://schemas.microsoft.com/office/drawing/2014/main" id="{794DB1FB-582E-478C-B351-682FDE8125FE}"/>
              </a:ext>
            </a:extLst>
          </p:cNvPr>
          <p:cNvSpPr>
            <a:spLocks xmlns:a="http://schemas.openxmlformats.org/drawingml/2006/main" noGrp="1"/>
          </p:cNvSpPr>
          <p:nvPr/>
        </p:nvSpPr>
        <p:spPr>
          <a:xfrm xmlns:a="http://schemas.openxmlformats.org/drawingml/2006/main">
            <a:off x="156210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1" name="">
            <a:extLst xmlns:a="http://schemas.openxmlformats.org/drawingml/2006/main">
              <a:ext uri="{FF2B5EF4-FFF2-40B4-BE49-F238E27FC236}">
                <a16:creationId xmlns:a16="http://schemas.microsoft.com/office/drawing/2014/main" id="{EA0B32F1-A209-453E-B631-32D5B7ABBED6}"/>
              </a:ext>
            </a:extLst>
          </p:cNvPr>
          <p:cNvSpPr>
            <a:spLocks xmlns:a="http://schemas.openxmlformats.org/drawingml/2006/main" noGrp="1"/>
          </p:cNvSpPr>
          <p:nvPr/>
        </p:nvSpPr>
        <p:spPr>
          <a:xfrm xmlns:a="http://schemas.openxmlformats.org/drawingml/2006/main">
            <a:off x="180022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2" name="">
            <a:extLst xmlns:a="http://schemas.openxmlformats.org/drawingml/2006/main">
              <a:ext uri="{FF2B5EF4-FFF2-40B4-BE49-F238E27FC236}">
                <a16:creationId xmlns:a16="http://schemas.microsoft.com/office/drawing/2014/main" id="{5B6BDF17-16F2-44D1-B704-424F77AAF959}"/>
              </a:ext>
            </a:extLst>
          </p:cNvPr>
          <p:cNvSpPr>
            <a:spLocks xmlns:a="http://schemas.openxmlformats.org/drawingml/2006/main" noGrp="1"/>
          </p:cNvSpPr>
          <p:nvPr/>
        </p:nvSpPr>
        <p:spPr>
          <a:xfrm xmlns:a="http://schemas.openxmlformats.org/drawingml/2006/main">
            <a:off x="203835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3" name="">
            <a:extLst xmlns:a="http://schemas.openxmlformats.org/drawingml/2006/main">
              <a:ext uri="{FF2B5EF4-FFF2-40B4-BE49-F238E27FC236}">
                <a16:creationId xmlns:a16="http://schemas.microsoft.com/office/drawing/2014/main" id="{40BBA1B4-5B8D-42F2-A19F-227693FA48C4}"/>
              </a:ext>
            </a:extLst>
          </p:cNvPr>
          <p:cNvSpPr>
            <a:spLocks xmlns:a="http://schemas.openxmlformats.org/drawingml/2006/main" noGrp="1"/>
          </p:cNvSpPr>
          <p:nvPr/>
        </p:nvSpPr>
        <p:spPr>
          <a:xfrm xmlns:a="http://schemas.openxmlformats.org/drawingml/2006/main">
            <a:off x="227647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4" name="">
            <a:extLst xmlns:a="http://schemas.openxmlformats.org/drawingml/2006/main">
              <a:ext uri="{FF2B5EF4-FFF2-40B4-BE49-F238E27FC236}">
                <a16:creationId xmlns:a16="http://schemas.microsoft.com/office/drawing/2014/main" id="{D572CEBE-8DD5-4142-9ADC-F94C0A0F0970}"/>
              </a:ext>
            </a:extLst>
          </p:cNvPr>
          <p:cNvSpPr>
            <a:spLocks xmlns:a="http://schemas.openxmlformats.org/drawingml/2006/main" noGrp="1"/>
          </p:cNvSpPr>
          <p:nvPr/>
        </p:nvSpPr>
        <p:spPr>
          <a:xfrm xmlns:a="http://schemas.openxmlformats.org/drawingml/2006/main">
            <a:off x="251460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5" name="">
            <a:extLst xmlns:a="http://schemas.openxmlformats.org/drawingml/2006/main">
              <a:ext uri="{FF2B5EF4-FFF2-40B4-BE49-F238E27FC236}">
                <a16:creationId xmlns:a16="http://schemas.microsoft.com/office/drawing/2014/main" id="{8F5B71FA-12A9-41C5-9E26-7E58308560EE}"/>
              </a:ext>
            </a:extLst>
          </p:cNvPr>
          <p:cNvSpPr>
            <a:spLocks xmlns:a="http://schemas.openxmlformats.org/drawingml/2006/main" noGrp="1"/>
          </p:cNvSpPr>
          <p:nvPr/>
        </p:nvSpPr>
        <p:spPr>
          <a:xfrm xmlns:a="http://schemas.openxmlformats.org/drawingml/2006/main">
            <a:off x="275272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6" name="">
            <a:extLst xmlns:a="http://schemas.openxmlformats.org/drawingml/2006/main">
              <a:ext uri="{FF2B5EF4-FFF2-40B4-BE49-F238E27FC236}">
                <a16:creationId xmlns:a16="http://schemas.microsoft.com/office/drawing/2014/main" id="{D4606B5F-0F87-440A-9DAA-44E26E4FAD43}"/>
              </a:ext>
            </a:extLst>
          </p:cNvPr>
          <p:cNvSpPr>
            <a:spLocks xmlns:a="http://schemas.openxmlformats.org/drawingml/2006/main" noGrp="1"/>
          </p:cNvSpPr>
          <p:nvPr/>
        </p:nvSpPr>
        <p:spPr>
          <a:xfrm xmlns:a="http://schemas.openxmlformats.org/drawingml/2006/main">
            <a:off x="299085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7" name="">
            <a:extLst xmlns:a="http://schemas.openxmlformats.org/drawingml/2006/main">
              <a:ext uri="{FF2B5EF4-FFF2-40B4-BE49-F238E27FC236}">
                <a16:creationId xmlns:a16="http://schemas.microsoft.com/office/drawing/2014/main" id="{C65B1CFE-F85B-47F5-A21C-3E0594203824}"/>
              </a:ext>
            </a:extLst>
          </p:cNvPr>
          <p:cNvSpPr>
            <a:spLocks xmlns:a="http://schemas.openxmlformats.org/drawingml/2006/main" noGrp="1"/>
          </p:cNvSpPr>
          <p:nvPr/>
        </p:nvSpPr>
        <p:spPr>
          <a:xfrm xmlns:a="http://schemas.openxmlformats.org/drawingml/2006/main">
            <a:off x="322897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8" name="">
            <a:extLst xmlns:a="http://schemas.openxmlformats.org/drawingml/2006/main">
              <a:ext uri="{FF2B5EF4-FFF2-40B4-BE49-F238E27FC236}">
                <a16:creationId xmlns:a16="http://schemas.microsoft.com/office/drawing/2014/main" id="{BAFD1AF3-2B03-4674-94D8-69029CD258C0}"/>
              </a:ext>
            </a:extLst>
          </p:cNvPr>
          <p:cNvSpPr>
            <a:spLocks xmlns:a="http://schemas.openxmlformats.org/drawingml/2006/main" noGrp="1"/>
          </p:cNvSpPr>
          <p:nvPr/>
        </p:nvSpPr>
        <p:spPr>
          <a:xfrm xmlns:a="http://schemas.openxmlformats.org/drawingml/2006/main">
            <a:off x="346710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19" name="">
            <a:extLst xmlns:a="http://schemas.openxmlformats.org/drawingml/2006/main">
              <a:ext uri="{FF2B5EF4-FFF2-40B4-BE49-F238E27FC236}">
                <a16:creationId xmlns:a16="http://schemas.microsoft.com/office/drawing/2014/main" id="{12FACDD3-29D0-4B7E-9102-ED536A8F1A3F}"/>
              </a:ext>
            </a:extLst>
          </p:cNvPr>
          <p:cNvSpPr>
            <a:spLocks xmlns:a="http://schemas.openxmlformats.org/drawingml/2006/main" noGrp="1"/>
          </p:cNvSpPr>
          <p:nvPr/>
        </p:nvSpPr>
        <p:spPr>
          <a:xfrm xmlns:a="http://schemas.openxmlformats.org/drawingml/2006/main">
            <a:off x="370522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0" name="">
            <a:extLst xmlns:a="http://schemas.openxmlformats.org/drawingml/2006/main">
              <a:ext uri="{FF2B5EF4-FFF2-40B4-BE49-F238E27FC236}">
                <a16:creationId xmlns:a16="http://schemas.microsoft.com/office/drawing/2014/main" id="{55566F9F-0D73-455C-9979-A1D05F3983B0}"/>
              </a:ext>
            </a:extLst>
          </p:cNvPr>
          <p:cNvSpPr>
            <a:spLocks xmlns:a="http://schemas.openxmlformats.org/drawingml/2006/main" noGrp="1"/>
          </p:cNvSpPr>
          <p:nvPr/>
        </p:nvSpPr>
        <p:spPr>
          <a:xfrm xmlns:a="http://schemas.openxmlformats.org/drawingml/2006/main">
            <a:off x="394335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1" name="">
            <a:extLst xmlns:a="http://schemas.openxmlformats.org/drawingml/2006/main">
              <a:ext uri="{FF2B5EF4-FFF2-40B4-BE49-F238E27FC236}">
                <a16:creationId xmlns:a16="http://schemas.microsoft.com/office/drawing/2014/main" id="{05B8B338-F127-47A3-8944-036C4204065D}"/>
              </a:ext>
            </a:extLst>
          </p:cNvPr>
          <p:cNvSpPr>
            <a:spLocks xmlns:a="http://schemas.openxmlformats.org/drawingml/2006/main" noGrp="1"/>
          </p:cNvSpPr>
          <p:nvPr/>
        </p:nvSpPr>
        <p:spPr>
          <a:xfrm xmlns:a="http://schemas.openxmlformats.org/drawingml/2006/main">
            <a:off x="418147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2" name="">
            <a:extLst xmlns:a="http://schemas.openxmlformats.org/drawingml/2006/main">
              <a:ext uri="{FF2B5EF4-FFF2-40B4-BE49-F238E27FC236}">
                <a16:creationId xmlns:a16="http://schemas.microsoft.com/office/drawing/2014/main" id="{AB41B565-C739-413B-A443-D7E3A750540E}"/>
              </a:ext>
            </a:extLst>
          </p:cNvPr>
          <p:cNvSpPr>
            <a:spLocks xmlns:a="http://schemas.openxmlformats.org/drawingml/2006/main" noGrp="1"/>
          </p:cNvSpPr>
          <p:nvPr/>
        </p:nvSpPr>
        <p:spPr>
          <a:xfrm xmlns:a="http://schemas.openxmlformats.org/drawingml/2006/main">
            <a:off x="441960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3" name="">
            <a:extLst xmlns:a="http://schemas.openxmlformats.org/drawingml/2006/main">
              <a:ext uri="{FF2B5EF4-FFF2-40B4-BE49-F238E27FC236}">
                <a16:creationId xmlns:a16="http://schemas.microsoft.com/office/drawing/2014/main" id="{98D6E5EB-F1B3-43C1-AE32-3EBD6C4148B6}"/>
              </a:ext>
            </a:extLst>
          </p:cNvPr>
          <p:cNvSpPr>
            <a:spLocks xmlns:a="http://schemas.openxmlformats.org/drawingml/2006/main" noGrp="1"/>
          </p:cNvSpPr>
          <p:nvPr/>
        </p:nvSpPr>
        <p:spPr>
          <a:xfrm xmlns:a="http://schemas.openxmlformats.org/drawingml/2006/main">
            <a:off x="465772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4" name="">
            <a:extLst xmlns:a="http://schemas.openxmlformats.org/drawingml/2006/main">
              <a:ext uri="{FF2B5EF4-FFF2-40B4-BE49-F238E27FC236}">
                <a16:creationId xmlns:a16="http://schemas.microsoft.com/office/drawing/2014/main" id="{91FE7119-7326-4937-84E9-45AA7072978D}"/>
              </a:ext>
            </a:extLst>
          </p:cNvPr>
          <p:cNvSpPr>
            <a:spLocks xmlns:a="http://schemas.openxmlformats.org/drawingml/2006/main" noGrp="1"/>
          </p:cNvSpPr>
          <p:nvPr/>
        </p:nvSpPr>
        <p:spPr>
          <a:xfrm xmlns:a="http://schemas.openxmlformats.org/drawingml/2006/main">
            <a:off x="4895850"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5" name="">
            <a:extLst xmlns:a="http://schemas.openxmlformats.org/drawingml/2006/main">
              <a:ext uri="{FF2B5EF4-FFF2-40B4-BE49-F238E27FC236}">
                <a16:creationId xmlns:a16="http://schemas.microsoft.com/office/drawing/2014/main" id="{AB90C876-1AFE-4E4E-81D9-841204FB28F8}"/>
              </a:ext>
            </a:extLst>
          </p:cNvPr>
          <p:cNvSpPr>
            <a:spLocks xmlns:a="http://schemas.openxmlformats.org/drawingml/2006/main" noGrp="1"/>
          </p:cNvSpPr>
          <p:nvPr/>
        </p:nvSpPr>
        <p:spPr>
          <a:xfrm xmlns:a="http://schemas.openxmlformats.org/drawingml/2006/main">
            <a:off x="5133975" y="4191000"/>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6" name="">
            <a:extLst xmlns:a="http://schemas.openxmlformats.org/drawingml/2006/main">
              <a:ext uri="{FF2B5EF4-FFF2-40B4-BE49-F238E27FC236}">
                <a16:creationId xmlns:a16="http://schemas.microsoft.com/office/drawing/2014/main" id="{1C5F92D9-1133-4311-A852-4ADAB97B2433}"/>
              </a:ext>
            </a:extLst>
          </p:cNvPr>
          <p:cNvSpPr>
            <a:spLocks xmlns:a="http://schemas.openxmlformats.org/drawingml/2006/main" noGrp="1"/>
          </p:cNvSpPr>
          <p:nvPr/>
        </p:nvSpPr>
        <p:spPr>
          <a:xfrm xmlns:a="http://schemas.openxmlformats.org/drawingml/2006/main">
            <a:off x="609600" y="44291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7" name="">
            <a:extLst xmlns:a="http://schemas.openxmlformats.org/drawingml/2006/main">
              <a:ext uri="{FF2B5EF4-FFF2-40B4-BE49-F238E27FC236}">
                <a16:creationId xmlns:a16="http://schemas.microsoft.com/office/drawing/2014/main" id="{96925AD5-7A1A-40FB-BD42-14507CA8710A}"/>
              </a:ext>
            </a:extLst>
          </p:cNvPr>
          <p:cNvSpPr>
            <a:spLocks xmlns:a="http://schemas.openxmlformats.org/drawingml/2006/main" noGrp="1"/>
          </p:cNvSpPr>
          <p:nvPr/>
        </p:nvSpPr>
        <p:spPr>
          <a:xfrm xmlns:a="http://schemas.openxmlformats.org/drawingml/2006/main">
            <a:off x="847725" y="44291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8" name="">
            <a:extLst xmlns:a="http://schemas.openxmlformats.org/drawingml/2006/main">
              <a:ext uri="{FF2B5EF4-FFF2-40B4-BE49-F238E27FC236}">
                <a16:creationId xmlns:a16="http://schemas.microsoft.com/office/drawing/2014/main" id="{648F1271-2B42-47F6-9BD6-27CAA3D49472}"/>
              </a:ext>
            </a:extLst>
          </p:cNvPr>
          <p:cNvSpPr>
            <a:spLocks xmlns:a="http://schemas.openxmlformats.org/drawingml/2006/main" noGrp="1"/>
          </p:cNvSpPr>
          <p:nvPr/>
        </p:nvSpPr>
        <p:spPr>
          <a:xfrm xmlns:a="http://schemas.openxmlformats.org/drawingml/2006/main">
            <a:off x="1085850" y="44291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29" name="">
            <a:extLst xmlns:a="http://schemas.openxmlformats.org/drawingml/2006/main">
              <a:ext uri="{FF2B5EF4-FFF2-40B4-BE49-F238E27FC236}">
                <a16:creationId xmlns:a16="http://schemas.microsoft.com/office/drawing/2014/main" id="{E4ED4220-6F1A-44FF-BC79-AF8BCDED12A5}"/>
              </a:ext>
            </a:extLst>
          </p:cNvPr>
          <p:cNvSpPr>
            <a:spLocks xmlns:a="http://schemas.openxmlformats.org/drawingml/2006/main" noGrp="1"/>
          </p:cNvSpPr>
          <p:nvPr/>
        </p:nvSpPr>
        <p:spPr>
          <a:xfrm xmlns:a="http://schemas.openxmlformats.org/drawingml/2006/main">
            <a:off x="1323975" y="44291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30" name="">
            <a:extLst xmlns:a="http://schemas.openxmlformats.org/drawingml/2006/main">
              <a:ext uri="{FF2B5EF4-FFF2-40B4-BE49-F238E27FC236}">
                <a16:creationId xmlns:a16="http://schemas.microsoft.com/office/drawing/2014/main" id="{57F71733-5EE2-47C5-9DCF-0334F075147F}"/>
              </a:ext>
            </a:extLst>
          </p:cNvPr>
          <p:cNvSpPr>
            <a:spLocks xmlns:a="http://schemas.openxmlformats.org/drawingml/2006/main" noGrp="1"/>
          </p:cNvSpPr>
          <p:nvPr/>
        </p:nvSpPr>
        <p:spPr>
          <a:xfrm xmlns:a="http://schemas.openxmlformats.org/drawingml/2006/main">
            <a:off x="1562100" y="4429125"/>
            <a:ext cx="161925" cy="161925"/>
          </a:xfrm>
          <a:prstGeom xmlns:a="http://schemas.openxmlformats.org/drawingml/2006/main" prst="roundRect">
            <a:avLst>
              <a:gd name="adj" fmla="val 11765"/>
            </a:avLst>
          </a:prstGeom>
          <a:solidFill xmlns:a="http://schemas.openxmlformats.org/drawingml/2006/main">
            <a:srgbClr val="DCE2EA"/>
          </a:solidFill>
          <a:ln xmlns:a="http://schemas.openxmlformats.org/drawingml/2006/main" w="9525">
            <a:solidFill>
              <a:srgbClr val="DCE2EA"/>
            </a:solidFill>
            <a:prstDash val="solid"/>
          </a:ln>
        </p:spPr>
      </p:sp>
      <p:sp>
        <p:nvSpPr>
          <p:cNvPr id="231" name="">
            <a:extLst xmlns:a="http://schemas.openxmlformats.org/drawingml/2006/main">
              <a:ext uri="{FF2B5EF4-FFF2-40B4-BE49-F238E27FC236}">
                <a16:creationId xmlns:a16="http://schemas.microsoft.com/office/drawing/2014/main" id="{877D460E-CAB0-4BE1-92AC-C01B62FCE4CE}"/>
              </a:ext>
            </a:extLst>
          </p:cNvPr>
          <p:cNvSpPr>
            <a:spLocks xmlns:a="http://schemas.openxmlformats.org/drawingml/2006/main" noGrp="1"/>
          </p:cNvSpPr>
          <p:nvPr/>
        </p:nvSpPr>
        <p:spPr>
          <a:xfrm xmlns:a="http://schemas.openxmlformats.org/drawingml/2006/main">
            <a:off x="180022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2" name="">
            <a:extLst xmlns:a="http://schemas.openxmlformats.org/drawingml/2006/main">
              <a:ext uri="{FF2B5EF4-FFF2-40B4-BE49-F238E27FC236}">
                <a16:creationId xmlns:a16="http://schemas.microsoft.com/office/drawing/2014/main" id="{5E4F061F-1420-40AE-90E7-89A4D7533FAE}"/>
              </a:ext>
            </a:extLst>
          </p:cNvPr>
          <p:cNvSpPr>
            <a:spLocks xmlns:a="http://schemas.openxmlformats.org/drawingml/2006/main" noGrp="1"/>
          </p:cNvSpPr>
          <p:nvPr/>
        </p:nvSpPr>
        <p:spPr>
          <a:xfrm xmlns:a="http://schemas.openxmlformats.org/drawingml/2006/main">
            <a:off x="203835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3" name="">
            <a:extLst xmlns:a="http://schemas.openxmlformats.org/drawingml/2006/main">
              <a:ext uri="{FF2B5EF4-FFF2-40B4-BE49-F238E27FC236}">
                <a16:creationId xmlns:a16="http://schemas.microsoft.com/office/drawing/2014/main" id="{17AEB733-4A46-446C-AE57-1A917C2A946D}"/>
              </a:ext>
            </a:extLst>
          </p:cNvPr>
          <p:cNvSpPr>
            <a:spLocks xmlns:a="http://schemas.openxmlformats.org/drawingml/2006/main" noGrp="1"/>
          </p:cNvSpPr>
          <p:nvPr/>
        </p:nvSpPr>
        <p:spPr>
          <a:xfrm xmlns:a="http://schemas.openxmlformats.org/drawingml/2006/main">
            <a:off x="227647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4" name="">
            <a:extLst xmlns:a="http://schemas.openxmlformats.org/drawingml/2006/main">
              <a:ext uri="{FF2B5EF4-FFF2-40B4-BE49-F238E27FC236}">
                <a16:creationId xmlns:a16="http://schemas.microsoft.com/office/drawing/2014/main" id="{80D0D871-005C-4768-9C03-3E5CC89E579B}"/>
              </a:ext>
            </a:extLst>
          </p:cNvPr>
          <p:cNvSpPr>
            <a:spLocks xmlns:a="http://schemas.openxmlformats.org/drawingml/2006/main" noGrp="1"/>
          </p:cNvSpPr>
          <p:nvPr/>
        </p:nvSpPr>
        <p:spPr>
          <a:xfrm xmlns:a="http://schemas.openxmlformats.org/drawingml/2006/main">
            <a:off x="251460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5" name="">
            <a:extLst xmlns:a="http://schemas.openxmlformats.org/drawingml/2006/main">
              <a:ext uri="{FF2B5EF4-FFF2-40B4-BE49-F238E27FC236}">
                <a16:creationId xmlns:a16="http://schemas.microsoft.com/office/drawing/2014/main" id="{5AA960E9-2B87-40FA-AF20-683AAC86C4B7}"/>
              </a:ext>
            </a:extLst>
          </p:cNvPr>
          <p:cNvSpPr>
            <a:spLocks xmlns:a="http://schemas.openxmlformats.org/drawingml/2006/main" noGrp="1"/>
          </p:cNvSpPr>
          <p:nvPr/>
        </p:nvSpPr>
        <p:spPr>
          <a:xfrm xmlns:a="http://schemas.openxmlformats.org/drawingml/2006/main">
            <a:off x="275272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6" name="">
            <a:extLst xmlns:a="http://schemas.openxmlformats.org/drawingml/2006/main">
              <a:ext uri="{FF2B5EF4-FFF2-40B4-BE49-F238E27FC236}">
                <a16:creationId xmlns:a16="http://schemas.microsoft.com/office/drawing/2014/main" id="{9D8B4D52-C244-4880-B29D-086E8B809B95}"/>
              </a:ext>
            </a:extLst>
          </p:cNvPr>
          <p:cNvSpPr>
            <a:spLocks xmlns:a="http://schemas.openxmlformats.org/drawingml/2006/main" noGrp="1"/>
          </p:cNvSpPr>
          <p:nvPr/>
        </p:nvSpPr>
        <p:spPr>
          <a:xfrm xmlns:a="http://schemas.openxmlformats.org/drawingml/2006/main">
            <a:off x="299085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7" name="">
            <a:extLst xmlns:a="http://schemas.openxmlformats.org/drawingml/2006/main">
              <a:ext uri="{FF2B5EF4-FFF2-40B4-BE49-F238E27FC236}">
                <a16:creationId xmlns:a16="http://schemas.microsoft.com/office/drawing/2014/main" id="{7B49A480-EF6C-444A-BEF4-9F657DC810DD}"/>
              </a:ext>
            </a:extLst>
          </p:cNvPr>
          <p:cNvSpPr>
            <a:spLocks xmlns:a="http://schemas.openxmlformats.org/drawingml/2006/main" noGrp="1"/>
          </p:cNvSpPr>
          <p:nvPr/>
        </p:nvSpPr>
        <p:spPr>
          <a:xfrm xmlns:a="http://schemas.openxmlformats.org/drawingml/2006/main">
            <a:off x="322897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8" name="">
            <a:extLst xmlns:a="http://schemas.openxmlformats.org/drawingml/2006/main">
              <a:ext uri="{FF2B5EF4-FFF2-40B4-BE49-F238E27FC236}">
                <a16:creationId xmlns:a16="http://schemas.microsoft.com/office/drawing/2014/main" id="{F52875A0-E37A-4B76-85CC-35B8C80DF8FF}"/>
              </a:ext>
            </a:extLst>
          </p:cNvPr>
          <p:cNvSpPr>
            <a:spLocks xmlns:a="http://schemas.openxmlformats.org/drawingml/2006/main" noGrp="1"/>
          </p:cNvSpPr>
          <p:nvPr/>
        </p:nvSpPr>
        <p:spPr>
          <a:xfrm xmlns:a="http://schemas.openxmlformats.org/drawingml/2006/main">
            <a:off x="346710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39" name="">
            <a:extLst xmlns:a="http://schemas.openxmlformats.org/drawingml/2006/main">
              <a:ext uri="{FF2B5EF4-FFF2-40B4-BE49-F238E27FC236}">
                <a16:creationId xmlns:a16="http://schemas.microsoft.com/office/drawing/2014/main" id="{91CBB273-E0A8-4EA6-8126-B5121E15E7BD}"/>
              </a:ext>
            </a:extLst>
          </p:cNvPr>
          <p:cNvSpPr>
            <a:spLocks xmlns:a="http://schemas.openxmlformats.org/drawingml/2006/main" noGrp="1"/>
          </p:cNvSpPr>
          <p:nvPr/>
        </p:nvSpPr>
        <p:spPr>
          <a:xfrm xmlns:a="http://schemas.openxmlformats.org/drawingml/2006/main">
            <a:off x="370522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0" name="">
            <a:extLst xmlns:a="http://schemas.openxmlformats.org/drawingml/2006/main">
              <a:ext uri="{FF2B5EF4-FFF2-40B4-BE49-F238E27FC236}">
                <a16:creationId xmlns:a16="http://schemas.microsoft.com/office/drawing/2014/main" id="{FBB78846-9588-494D-87AB-6FF6C2260522}"/>
              </a:ext>
            </a:extLst>
          </p:cNvPr>
          <p:cNvSpPr>
            <a:spLocks xmlns:a="http://schemas.openxmlformats.org/drawingml/2006/main" noGrp="1"/>
          </p:cNvSpPr>
          <p:nvPr/>
        </p:nvSpPr>
        <p:spPr>
          <a:xfrm xmlns:a="http://schemas.openxmlformats.org/drawingml/2006/main">
            <a:off x="394335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1" name="">
            <a:extLst xmlns:a="http://schemas.openxmlformats.org/drawingml/2006/main">
              <a:ext uri="{FF2B5EF4-FFF2-40B4-BE49-F238E27FC236}">
                <a16:creationId xmlns:a16="http://schemas.microsoft.com/office/drawing/2014/main" id="{138D8139-E942-47DE-A2F1-6F420B4ECCCB}"/>
              </a:ext>
            </a:extLst>
          </p:cNvPr>
          <p:cNvSpPr>
            <a:spLocks xmlns:a="http://schemas.openxmlformats.org/drawingml/2006/main" noGrp="1"/>
          </p:cNvSpPr>
          <p:nvPr/>
        </p:nvSpPr>
        <p:spPr>
          <a:xfrm xmlns:a="http://schemas.openxmlformats.org/drawingml/2006/main">
            <a:off x="418147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2" name="">
            <a:extLst xmlns:a="http://schemas.openxmlformats.org/drawingml/2006/main">
              <a:ext uri="{FF2B5EF4-FFF2-40B4-BE49-F238E27FC236}">
                <a16:creationId xmlns:a16="http://schemas.microsoft.com/office/drawing/2014/main" id="{4DA31EDC-3540-4D93-B32F-F18896ADB7E2}"/>
              </a:ext>
            </a:extLst>
          </p:cNvPr>
          <p:cNvSpPr>
            <a:spLocks xmlns:a="http://schemas.openxmlformats.org/drawingml/2006/main" noGrp="1"/>
          </p:cNvSpPr>
          <p:nvPr/>
        </p:nvSpPr>
        <p:spPr>
          <a:xfrm xmlns:a="http://schemas.openxmlformats.org/drawingml/2006/main">
            <a:off x="441960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3" name="">
            <a:extLst xmlns:a="http://schemas.openxmlformats.org/drawingml/2006/main">
              <a:ext uri="{FF2B5EF4-FFF2-40B4-BE49-F238E27FC236}">
                <a16:creationId xmlns:a16="http://schemas.microsoft.com/office/drawing/2014/main" id="{C28CED08-D0F0-41E9-A19D-50027352ED07}"/>
              </a:ext>
            </a:extLst>
          </p:cNvPr>
          <p:cNvSpPr>
            <a:spLocks xmlns:a="http://schemas.openxmlformats.org/drawingml/2006/main" noGrp="1"/>
          </p:cNvSpPr>
          <p:nvPr/>
        </p:nvSpPr>
        <p:spPr>
          <a:xfrm xmlns:a="http://schemas.openxmlformats.org/drawingml/2006/main">
            <a:off x="465772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4" name="">
            <a:extLst xmlns:a="http://schemas.openxmlformats.org/drawingml/2006/main">
              <a:ext uri="{FF2B5EF4-FFF2-40B4-BE49-F238E27FC236}">
                <a16:creationId xmlns:a16="http://schemas.microsoft.com/office/drawing/2014/main" id="{6D8E5667-AC92-4174-8B11-F5CA3D73DB1A}"/>
              </a:ext>
            </a:extLst>
          </p:cNvPr>
          <p:cNvSpPr>
            <a:spLocks xmlns:a="http://schemas.openxmlformats.org/drawingml/2006/main" noGrp="1"/>
          </p:cNvSpPr>
          <p:nvPr/>
        </p:nvSpPr>
        <p:spPr>
          <a:xfrm xmlns:a="http://schemas.openxmlformats.org/drawingml/2006/main">
            <a:off x="4895850"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5" name="">
            <a:extLst xmlns:a="http://schemas.openxmlformats.org/drawingml/2006/main">
              <a:ext uri="{FF2B5EF4-FFF2-40B4-BE49-F238E27FC236}">
                <a16:creationId xmlns:a16="http://schemas.microsoft.com/office/drawing/2014/main" id="{8BF9CE0D-8138-4A56-98CA-0C364180F98B}"/>
              </a:ext>
            </a:extLst>
          </p:cNvPr>
          <p:cNvSpPr>
            <a:spLocks xmlns:a="http://schemas.openxmlformats.org/drawingml/2006/main" noGrp="1"/>
          </p:cNvSpPr>
          <p:nvPr/>
        </p:nvSpPr>
        <p:spPr>
          <a:xfrm xmlns:a="http://schemas.openxmlformats.org/drawingml/2006/main">
            <a:off x="5133975" y="442912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6" name="">
            <a:extLst xmlns:a="http://schemas.openxmlformats.org/drawingml/2006/main">
              <a:ext uri="{FF2B5EF4-FFF2-40B4-BE49-F238E27FC236}">
                <a16:creationId xmlns:a16="http://schemas.microsoft.com/office/drawing/2014/main" id="{15D68F54-BFF8-478E-A88C-D0E662D2FA4C}"/>
              </a:ext>
            </a:extLst>
          </p:cNvPr>
          <p:cNvSpPr>
            <a:spLocks xmlns:a="http://schemas.openxmlformats.org/drawingml/2006/main" noGrp="1"/>
          </p:cNvSpPr>
          <p:nvPr/>
        </p:nvSpPr>
        <p:spPr>
          <a:xfrm xmlns:a="http://schemas.openxmlformats.org/drawingml/2006/main">
            <a:off x="60960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7" name="">
            <a:extLst xmlns:a="http://schemas.openxmlformats.org/drawingml/2006/main">
              <a:ext uri="{FF2B5EF4-FFF2-40B4-BE49-F238E27FC236}">
                <a16:creationId xmlns:a16="http://schemas.microsoft.com/office/drawing/2014/main" id="{E1CB5303-24CC-4371-AC8D-070EEF011819}"/>
              </a:ext>
            </a:extLst>
          </p:cNvPr>
          <p:cNvSpPr>
            <a:spLocks xmlns:a="http://schemas.openxmlformats.org/drawingml/2006/main" noGrp="1"/>
          </p:cNvSpPr>
          <p:nvPr/>
        </p:nvSpPr>
        <p:spPr>
          <a:xfrm xmlns:a="http://schemas.openxmlformats.org/drawingml/2006/main">
            <a:off x="84772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8" name="">
            <a:extLst xmlns:a="http://schemas.openxmlformats.org/drawingml/2006/main">
              <a:ext uri="{FF2B5EF4-FFF2-40B4-BE49-F238E27FC236}">
                <a16:creationId xmlns:a16="http://schemas.microsoft.com/office/drawing/2014/main" id="{C1302754-55C6-4A88-AEE1-12CDE263C125}"/>
              </a:ext>
            </a:extLst>
          </p:cNvPr>
          <p:cNvSpPr>
            <a:spLocks xmlns:a="http://schemas.openxmlformats.org/drawingml/2006/main" noGrp="1"/>
          </p:cNvSpPr>
          <p:nvPr/>
        </p:nvSpPr>
        <p:spPr>
          <a:xfrm xmlns:a="http://schemas.openxmlformats.org/drawingml/2006/main">
            <a:off x="108585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49" name="">
            <a:extLst xmlns:a="http://schemas.openxmlformats.org/drawingml/2006/main">
              <a:ext uri="{FF2B5EF4-FFF2-40B4-BE49-F238E27FC236}">
                <a16:creationId xmlns:a16="http://schemas.microsoft.com/office/drawing/2014/main" id="{E4AF57E2-9503-4E9D-9ABC-67E8EF47DBDE}"/>
              </a:ext>
            </a:extLst>
          </p:cNvPr>
          <p:cNvSpPr>
            <a:spLocks xmlns:a="http://schemas.openxmlformats.org/drawingml/2006/main" noGrp="1"/>
          </p:cNvSpPr>
          <p:nvPr/>
        </p:nvSpPr>
        <p:spPr>
          <a:xfrm xmlns:a="http://schemas.openxmlformats.org/drawingml/2006/main">
            <a:off x="132397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0" name="">
            <a:extLst xmlns:a="http://schemas.openxmlformats.org/drawingml/2006/main">
              <a:ext uri="{FF2B5EF4-FFF2-40B4-BE49-F238E27FC236}">
                <a16:creationId xmlns:a16="http://schemas.microsoft.com/office/drawing/2014/main" id="{F223FB45-F0BD-4E95-8292-49F8F5C56434}"/>
              </a:ext>
            </a:extLst>
          </p:cNvPr>
          <p:cNvSpPr>
            <a:spLocks xmlns:a="http://schemas.openxmlformats.org/drawingml/2006/main" noGrp="1"/>
          </p:cNvSpPr>
          <p:nvPr/>
        </p:nvSpPr>
        <p:spPr>
          <a:xfrm xmlns:a="http://schemas.openxmlformats.org/drawingml/2006/main">
            <a:off x="156210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1" name="">
            <a:extLst xmlns:a="http://schemas.openxmlformats.org/drawingml/2006/main">
              <a:ext uri="{FF2B5EF4-FFF2-40B4-BE49-F238E27FC236}">
                <a16:creationId xmlns:a16="http://schemas.microsoft.com/office/drawing/2014/main" id="{52FCC980-4D19-4C2F-9EE6-087B792DF851}"/>
              </a:ext>
            </a:extLst>
          </p:cNvPr>
          <p:cNvSpPr>
            <a:spLocks xmlns:a="http://schemas.openxmlformats.org/drawingml/2006/main" noGrp="1"/>
          </p:cNvSpPr>
          <p:nvPr/>
        </p:nvSpPr>
        <p:spPr>
          <a:xfrm xmlns:a="http://schemas.openxmlformats.org/drawingml/2006/main">
            <a:off x="180022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2" name="">
            <a:extLst xmlns:a="http://schemas.openxmlformats.org/drawingml/2006/main">
              <a:ext uri="{FF2B5EF4-FFF2-40B4-BE49-F238E27FC236}">
                <a16:creationId xmlns:a16="http://schemas.microsoft.com/office/drawing/2014/main" id="{0BCBC868-F77C-497B-848A-AFFC7FA88287}"/>
              </a:ext>
            </a:extLst>
          </p:cNvPr>
          <p:cNvSpPr>
            <a:spLocks xmlns:a="http://schemas.openxmlformats.org/drawingml/2006/main" noGrp="1"/>
          </p:cNvSpPr>
          <p:nvPr/>
        </p:nvSpPr>
        <p:spPr>
          <a:xfrm xmlns:a="http://schemas.openxmlformats.org/drawingml/2006/main">
            <a:off x="203835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3" name="">
            <a:extLst xmlns:a="http://schemas.openxmlformats.org/drawingml/2006/main">
              <a:ext uri="{FF2B5EF4-FFF2-40B4-BE49-F238E27FC236}">
                <a16:creationId xmlns:a16="http://schemas.microsoft.com/office/drawing/2014/main" id="{F4329D3A-C7D4-4061-908A-D6C5B97D3A33}"/>
              </a:ext>
            </a:extLst>
          </p:cNvPr>
          <p:cNvSpPr>
            <a:spLocks xmlns:a="http://schemas.openxmlformats.org/drawingml/2006/main" noGrp="1"/>
          </p:cNvSpPr>
          <p:nvPr/>
        </p:nvSpPr>
        <p:spPr>
          <a:xfrm xmlns:a="http://schemas.openxmlformats.org/drawingml/2006/main">
            <a:off x="227647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4" name="">
            <a:extLst xmlns:a="http://schemas.openxmlformats.org/drawingml/2006/main">
              <a:ext uri="{FF2B5EF4-FFF2-40B4-BE49-F238E27FC236}">
                <a16:creationId xmlns:a16="http://schemas.microsoft.com/office/drawing/2014/main" id="{E75034FF-C6F5-466D-9F61-61171F48DE1B}"/>
              </a:ext>
            </a:extLst>
          </p:cNvPr>
          <p:cNvSpPr>
            <a:spLocks xmlns:a="http://schemas.openxmlformats.org/drawingml/2006/main" noGrp="1"/>
          </p:cNvSpPr>
          <p:nvPr/>
        </p:nvSpPr>
        <p:spPr>
          <a:xfrm xmlns:a="http://schemas.openxmlformats.org/drawingml/2006/main">
            <a:off x="251460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5" name="">
            <a:extLst xmlns:a="http://schemas.openxmlformats.org/drawingml/2006/main">
              <a:ext uri="{FF2B5EF4-FFF2-40B4-BE49-F238E27FC236}">
                <a16:creationId xmlns:a16="http://schemas.microsoft.com/office/drawing/2014/main" id="{2560A645-0819-48D3-A729-12BF7B7A49AC}"/>
              </a:ext>
            </a:extLst>
          </p:cNvPr>
          <p:cNvSpPr>
            <a:spLocks xmlns:a="http://schemas.openxmlformats.org/drawingml/2006/main" noGrp="1"/>
          </p:cNvSpPr>
          <p:nvPr/>
        </p:nvSpPr>
        <p:spPr>
          <a:xfrm xmlns:a="http://schemas.openxmlformats.org/drawingml/2006/main">
            <a:off x="275272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6" name="">
            <a:extLst xmlns:a="http://schemas.openxmlformats.org/drawingml/2006/main">
              <a:ext uri="{FF2B5EF4-FFF2-40B4-BE49-F238E27FC236}">
                <a16:creationId xmlns:a16="http://schemas.microsoft.com/office/drawing/2014/main" id="{26EE60A1-7137-4685-B188-72D8D8849797}"/>
              </a:ext>
            </a:extLst>
          </p:cNvPr>
          <p:cNvSpPr>
            <a:spLocks xmlns:a="http://schemas.openxmlformats.org/drawingml/2006/main" noGrp="1"/>
          </p:cNvSpPr>
          <p:nvPr/>
        </p:nvSpPr>
        <p:spPr>
          <a:xfrm xmlns:a="http://schemas.openxmlformats.org/drawingml/2006/main">
            <a:off x="299085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7" name="">
            <a:extLst xmlns:a="http://schemas.openxmlformats.org/drawingml/2006/main">
              <a:ext uri="{FF2B5EF4-FFF2-40B4-BE49-F238E27FC236}">
                <a16:creationId xmlns:a16="http://schemas.microsoft.com/office/drawing/2014/main" id="{99CBF9D7-F385-4A5D-8450-C9854BB88E39}"/>
              </a:ext>
            </a:extLst>
          </p:cNvPr>
          <p:cNvSpPr>
            <a:spLocks xmlns:a="http://schemas.openxmlformats.org/drawingml/2006/main" noGrp="1"/>
          </p:cNvSpPr>
          <p:nvPr/>
        </p:nvSpPr>
        <p:spPr>
          <a:xfrm xmlns:a="http://schemas.openxmlformats.org/drawingml/2006/main">
            <a:off x="322897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8" name="">
            <a:extLst xmlns:a="http://schemas.openxmlformats.org/drawingml/2006/main">
              <a:ext uri="{FF2B5EF4-FFF2-40B4-BE49-F238E27FC236}">
                <a16:creationId xmlns:a16="http://schemas.microsoft.com/office/drawing/2014/main" id="{EB7E2633-1770-428F-B553-AEF7343A04CA}"/>
              </a:ext>
            </a:extLst>
          </p:cNvPr>
          <p:cNvSpPr>
            <a:spLocks xmlns:a="http://schemas.openxmlformats.org/drawingml/2006/main" noGrp="1"/>
          </p:cNvSpPr>
          <p:nvPr/>
        </p:nvSpPr>
        <p:spPr>
          <a:xfrm xmlns:a="http://schemas.openxmlformats.org/drawingml/2006/main">
            <a:off x="346710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59" name="">
            <a:extLst xmlns:a="http://schemas.openxmlformats.org/drawingml/2006/main">
              <a:ext uri="{FF2B5EF4-FFF2-40B4-BE49-F238E27FC236}">
                <a16:creationId xmlns:a16="http://schemas.microsoft.com/office/drawing/2014/main" id="{D34973AD-D19F-422A-AAA3-3A2B299E321A}"/>
              </a:ext>
            </a:extLst>
          </p:cNvPr>
          <p:cNvSpPr>
            <a:spLocks xmlns:a="http://schemas.openxmlformats.org/drawingml/2006/main" noGrp="1"/>
          </p:cNvSpPr>
          <p:nvPr/>
        </p:nvSpPr>
        <p:spPr>
          <a:xfrm xmlns:a="http://schemas.openxmlformats.org/drawingml/2006/main">
            <a:off x="370522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0" name="">
            <a:extLst xmlns:a="http://schemas.openxmlformats.org/drawingml/2006/main">
              <a:ext uri="{FF2B5EF4-FFF2-40B4-BE49-F238E27FC236}">
                <a16:creationId xmlns:a16="http://schemas.microsoft.com/office/drawing/2014/main" id="{A6E694E7-0A50-4158-A544-ED58E29A7256}"/>
              </a:ext>
            </a:extLst>
          </p:cNvPr>
          <p:cNvSpPr>
            <a:spLocks xmlns:a="http://schemas.openxmlformats.org/drawingml/2006/main" noGrp="1"/>
          </p:cNvSpPr>
          <p:nvPr/>
        </p:nvSpPr>
        <p:spPr>
          <a:xfrm xmlns:a="http://schemas.openxmlformats.org/drawingml/2006/main">
            <a:off x="394335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1" name="">
            <a:extLst xmlns:a="http://schemas.openxmlformats.org/drawingml/2006/main">
              <a:ext uri="{FF2B5EF4-FFF2-40B4-BE49-F238E27FC236}">
                <a16:creationId xmlns:a16="http://schemas.microsoft.com/office/drawing/2014/main" id="{0536F99D-8DE3-4AC1-9C89-7CA097AD08AB}"/>
              </a:ext>
            </a:extLst>
          </p:cNvPr>
          <p:cNvSpPr>
            <a:spLocks xmlns:a="http://schemas.openxmlformats.org/drawingml/2006/main" noGrp="1"/>
          </p:cNvSpPr>
          <p:nvPr/>
        </p:nvSpPr>
        <p:spPr>
          <a:xfrm xmlns:a="http://schemas.openxmlformats.org/drawingml/2006/main">
            <a:off x="418147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2" name="">
            <a:extLst xmlns:a="http://schemas.openxmlformats.org/drawingml/2006/main">
              <a:ext uri="{FF2B5EF4-FFF2-40B4-BE49-F238E27FC236}">
                <a16:creationId xmlns:a16="http://schemas.microsoft.com/office/drawing/2014/main" id="{E700E571-CB07-45F4-BDCB-166C8D5D7FCF}"/>
              </a:ext>
            </a:extLst>
          </p:cNvPr>
          <p:cNvSpPr>
            <a:spLocks xmlns:a="http://schemas.openxmlformats.org/drawingml/2006/main" noGrp="1"/>
          </p:cNvSpPr>
          <p:nvPr/>
        </p:nvSpPr>
        <p:spPr>
          <a:xfrm xmlns:a="http://schemas.openxmlformats.org/drawingml/2006/main">
            <a:off x="441960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3" name="">
            <a:extLst xmlns:a="http://schemas.openxmlformats.org/drawingml/2006/main">
              <a:ext uri="{FF2B5EF4-FFF2-40B4-BE49-F238E27FC236}">
                <a16:creationId xmlns:a16="http://schemas.microsoft.com/office/drawing/2014/main" id="{A3651FA1-D360-4B14-9E9D-D8279EA112D4}"/>
              </a:ext>
            </a:extLst>
          </p:cNvPr>
          <p:cNvSpPr>
            <a:spLocks xmlns:a="http://schemas.openxmlformats.org/drawingml/2006/main" noGrp="1"/>
          </p:cNvSpPr>
          <p:nvPr/>
        </p:nvSpPr>
        <p:spPr>
          <a:xfrm xmlns:a="http://schemas.openxmlformats.org/drawingml/2006/main">
            <a:off x="465772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4" name="">
            <a:extLst xmlns:a="http://schemas.openxmlformats.org/drawingml/2006/main">
              <a:ext uri="{FF2B5EF4-FFF2-40B4-BE49-F238E27FC236}">
                <a16:creationId xmlns:a16="http://schemas.microsoft.com/office/drawing/2014/main" id="{35257A2C-4D70-4E39-A113-8EB55FC1FEFC}"/>
              </a:ext>
            </a:extLst>
          </p:cNvPr>
          <p:cNvSpPr>
            <a:spLocks xmlns:a="http://schemas.openxmlformats.org/drawingml/2006/main" noGrp="1"/>
          </p:cNvSpPr>
          <p:nvPr/>
        </p:nvSpPr>
        <p:spPr>
          <a:xfrm xmlns:a="http://schemas.openxmlformats.org/drawingml/2006/main">
            <a:off x="4895850"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5" name="">
            <a:extLst xmlns:a="http://schemas.openxmlformats.org/drawingml/2006/main">
              <a:ext uri="{FF2B5EF4-FFF2-40B4-BE49-F238E27FC236}">
                <a16:creationId xmlns:a16="http://schemas.microsoft.com/office/drawing/2014/main" id="{1575DE36-343E-4372-BC14-85CCD637DACF}"/>
              </a:ext>
            </a:extLst>
          </p:cNvPr>
          <p:cNvSpPr>
            <a:spLocks xmlns:a="http://schemas.openxmlformats.org/drawingml/2006/main" noGrp="1"/>
          </p:cNvSpPr>
          <p:nvPr/>
        </p:nvSpPr>
        <p:spPr>
          <a:xfrm xmlns:a="http://schemas.openxmlformats.org/drawingml/2006/main">
            <a:off x="5133975" y="466725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6" name="">
            <a:extLst xmlns:a="http://schemas.openxmlformats.org/drawingml/2006/main">
              <a:ext uri="{FF2B5EF4-FFF2-40B4-BE49-F238E27FC236}">
                <a16:creationId xmlns:a16="http://schemas.microsoft.com/office/drawing/2014/main" id="{28D3E760-22CE-4635-A49E-F2F1839AC3EF}"/>
              </a:ext>
            </a:extLst>
          </p:cNvPr>
          <p:cNvSpPr>
            <a:spLocks xmlns:a="http://schemas.openxmlformats.org/drawingml/2006/main" noGrp="1"/>
          </p:cNvSpPr>
          <p:nvPr/>
        </p:nvSpPr>
        <p:spPr>
          <a:xfrm xmlns:a="http://schemas.openxmlformats.org/drawingml/2006/main">
            <a:off x="60960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7" name="">
            <a:extLst xmlns:a="http://schemas.openxmlformats.org/drawingml/2006/main">
              <a:ext uri="{FF2B5EF4-FFF2-40B4-BE49-F238E27FC236}">
                <a16:creationId xmlns:a16="http://schemas.microsoft.com/office/drawing/2014/main" id="{A43E77D0-08EF-40A1-871E-2685472C2438}"/>
              </a:ext>
            </a:extLst>
          </p:cNvPr>
          <p:cNvSpPr>
            <a:spLocks xmlns:a="http://schemas.openxmlformats.org/drawingml/2006/main" noGrp="1"/>
          </p:cNvSpPr>
          <p:nvPr/>
        </p:nvSpPr>
        <p:spPr>
          <a:xfrm xmlns:a="http://schemas.openxmlformats.org/drawingml/2006/main">
            <a:off x="84772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8" name="">
            <a:extLst xmlns:a="http://schemas.openxmlformats.org/drawingml/2006/main">
              <a:ext uri="{FF2B5EF4-FFF2-40B4-BE49-F238E27FC236}">
                <a16:creationId xmlns:a16="http://schemas.microsoft.com/office/drawing/2014/main" id="{4F6443BB-E1F7-4689-B3AE-855ED4E895CC}"/>
              </a:ext>
            </a:extLst>
          </p:cNvPr>
          <p:cNvSpPr>
            <a:spLocks xmlns:a="http://schemas.openxmlformats.org/drawingml/2006/main" noGrp="1"/>
          </p:cNvSpPr>
          <p:nvPr/>
        </p:nvSpPr>
        <p:spPr>
          <a:xfrm xmlns:a="http://schemas.openxmlformats.org/drawingml/2006/main">
            <a:off x="108585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69" name="">
            <a:extLst xmlns:a="http://schemas.openxmlformats.org/drawingml/2006/main">
              <a:ext uri="{FF2B5EF4-FFF2-40B4-BE49-F238E27FC236}">
                <a16:creationId xmlns:a16="http://schemas.microsoft.com/office/drawing/2014/main" id="{CD5E871E-077D-4AF9-8F04-272018D8C946}"/>
              </a:ext>
            </a:extLst>
          </p:cNvPr>
          <p:cNvSpPr>
            <a:spLocks xmlns:a="http://schemas.openxmlformats.org/drawingml/2006/main" noGrp="1"/>
          </p:cNvSpPr>
          <p:nvPr/>
        </p:nvSpPr>
        <p:spPr>
          <a:xfrm xmlns:a="http://schemas.openxmlformats.org/drawingml/2006/main">
            <a:off x="132397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0" name="">
            <a:extLst xmlns:a="http://schemas.openxmlformats.org/drawingml/2006/main">
              <a:ext uri="{FF2B5EF4-FFF2-40B4-BE49-F238E27FC236}">
                <a16:creationId xmlns:a16="http://schemas.microsoft.com/office/drawing/2014/main" id="{973065EC-8559-408F-B0EA-F7C307DC97A4}"/>
              </a:ext>
            </a:extLst>
          </p:cNvPr>
          <p:cNvSpPr>
            <a:spLocks xmlns:a="http://schemas.openxmlformats.org/drawingml/2006/main" noGrp="1"/>
          </p:cNvSpPr>
          <p:nvPr/>
        </p:nvSpPr>
        <p:spPr>
          <a:xfrm xmlns:a="http://schemas.openxmlformats.org/drawingml/2006/main">
            <a:off x="156210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1" name="">
            <a:extLst xmlns:a="http://schemas.openxmlformats.org/drawingml/2006/main">
              <a:ext uri="{FF2B5EF4-FFF2-40B4-BE49-F238E27FC236}">
                <a16:creationId xmlns:a16="http://schemas.microsoft.com/office/drawing/2014/main" id="{77499894-C0C0-4BFC-86F4-3916F37531D6}"/>
              </a:ext>
            </a:extLst>
          </p:cNvPr>
          <p:cNvSpPr>
            <a:spLocks xmlns:a="http://schemas.openxmlformats.org/drawingml/2006/main" noGrp="1"/>
          </p:cNvSpPr>
          <p:nvPr/>
        </p:nvSpPr>
        <p:spPr>
          <a:xfrm xmlns:a="http://schemas.openxmlformats.org/drawingml/2006/main">
            <a:off x="180022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2" name="">
            <a:extLst xmlns:a="http://schemas.openxmlformats.org/drawingml/2006/main">
              <a:ext uri="{FF2B5EF4-FFF2-40B4-BE49-F238E27FC236}">
                <a16:creationId xmlns:a16="http://schemas.microsoft.com/office/drawing/2014/main" id="{E3B33CFC-1401-4328-94B7-A9014221E755}"/>
              </a:ext>
            </a:extLst>
          </p:cNvPr>
          <p:cNvSpPr>
            <a:spLocks xmlns:a="http://schemas.openxmlformats.org/drawingml/2006/main" noGrp="1"/>
          </p:cNvSpPr>
          <p:nvPr/>
        </p:nvSpPr>
        <p:spPr>
          <a:xfrm xmlns:a="http://schemas.openxmlformats.org/drawingml/2006/main">
            <a:off x="203835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3" name="">
            <a:extLst xmlns:a="http://schemas.openxmlformats.org/drawingml/2006/main">
              <a:ext uri="{FF2B5EF4-FFF2-40B4-BE49-F238E27FC236}">
                <a16:creationId xmlns:a16="http://schemas.microsoft.com/office/drawing/2014/main" id="{363317CD-48BC-4C15-B51B-86D13A094324}"/>
              </a:ext>
            </a:extLst>
          </p:cNvPr>
          <p:cNvSpPr>
            <a:spLocks xmlns:a="http://schemas.openxmlformats.org/drawingml/2006/main" noGrp="1"/>
          </p:cNvSpPr>
          <p:nvPr/>
        </p:nvSpPr>
        <p:spPr>
          <a:xfrm xmlns:a="http://schemas.openxmlformats.org/drawingml/2006/main">
            <a:off x="227647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4" name="">
            <a:extLst xmlns:a="http://schemas.openxmlformats.org/drawingml/2006/main">
              <a:ext uri="{FF2B5EF4-FFF2-40B4-BE49-F238E27FC236}">
                <a16:creationId xmlns:a16="http://schemas.microsoft.com/office/drawing/2014/main" id="{3AEDF66F-F1D1-422E-8BC1-6E0FB34074CC}"/>
              </a:ext>
            </a:extLst>
          </p:cNvPr>
          <p:cNvSpPr>
            <a:spLocks xmlns:a="http://schemas.openxmlformats.org/drawingml/2006/main" noGrp="1"/>
          </p:cNvSpPr>
          <p:nvPr/>
        </p:nvSpPr>
        <p:spPr>
          <a:xfrm xmlns:a="http://schemas.openxmlformats.org/drawingml/2006/main">
            <a:off x="251460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5" name="">
            <a:extLst xmlns:a="http://schemas.openxmlformats.org/drawingml/2006/main">
              <a:ext uri="{FF2B5EF4-FFF2-40B4-BE49-F238E27FC236}">
                <a16:creationId xmlns:a16="http://schemas.microsoft.com/office/drawing/2014/main" id="{A39AD7C1-8BF7-4F8A-9B16-81A30E1CA09F}"/>
              </a:ext>
            </a:extLst>
          </p:cNvPr>
          <p:cNvSpPr>
            <a:spLocks xmlns:a="http://schemas.openxmlformats.org/drawingml/2006/main" noGrp="1"/>
          </p:cNvSpPr>
          <p:nvPr/>
        </p:nvSpPr>
        <p:spPr>
          <a:xfrm xmlns:a="http://schemas.openxmlformats.org/drawingml/2006/main">
            <a:off x="275272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6" name="">
            <a:extLst xmlns:a="http://schemas.openxmlformats.org/drawingml/2006/main">
              <a:ext uri="{FF2B5EF4-FFF2-40B4-BE49-F238E27FC236}">
                <a16:creationId xmlns:a16="http://schemas.microsoft.com/office/drawing/2014/main" id="{53742013-42C1-413F-979E-91F0FD51FCC6}"/>
              </a:ext>
            </a:extLst>
          </p:cNvPr>
          <p:cNvSpPr>
            <a:spLocks xmlns:a="http://schemas.openxmlformats.org/drawingml/2006/main" noGrp="1"/>
          </p:cNvSpPr>
          <p:nvPr/>
        </p:nvSpPr>
        <p:spPr>
          <a:xfrm xmlns:a="http://schemas.openxmlformats.org/drawingml/2006/main">
            <a:off x="299085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7" name="">
            <a:extLst xmlns:a="http://schemas.openxmlformats.org/drawingml/2006/main">
              <a:ext uri="{FF2B5EF4-FFF2-40B4-BE49-F238E27FC236}">
                <a16:creationId xmlns:a16="http://schemas.microsoft.com/office/drawing/2014/main" id="{3A9D5BBD-72E7-41D5-A8F3-8CC4431B9B49}"/>
              </a:ext>
            </a:extLst>
          </p:cNvPr>
          <p:cNvSpPr>
            <a:spLocks xmlns:a="http://schemas.openxmlformats.org/drawingml/2006/main" noGrp="1"/>
          </p:cNvSpPr>
          <p:nvPr/>
        </p:nvSpPr>
        <p:spPr>
          <a:xfrm xmlns:a="http://schemas.openxmlformats.org/drawingml/2006/main">
            <a:off x="322897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8" name="">
            <a:extLst xmlns:a="http://schemas.openxmlformats.org/drawingml/2006/main">
              <a:ext uri="{FF2B5EF4-FFF2-40B4-BE49-F238E27FC236}">
                <a16:creationId xmlns:a16="http://schemas.microsoft.com/office/drawing/2014/main" id="{F5E666AD-4A42-40FB-94FB-9CE39EEBB67E}"/>
              </a:ext>
            </a:extLst>
          </p:cNvPr>
          <p:cNvSpPr>
            <a:spLocks xmlns:a="http://schemas.openxmlformats.org/drawingml/2006/main" noGrp="1"/>
          </p:cNvSpPr>
          <p:nvPr/>
        </p:nvSpPr>
        <p:spPr>
          <a:xfrm xmlns:a="http://schemas.openxmlformats.org/drawingml/2006/main">
            <a:off x="346710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79" name="">
            <a:extLst xmlns:a="http://schemas.openxmlformats.org/drawingml/2006/main">
              <a:ext uri="{FF2B5EF4-FFF2-40B4-BE49-F238E27FC236}">
                <a16:creationId xmlns:a16="http://schemas.microsoft.com/office/drawing/2014/main" id="{FD66E2BF-F2F8-48FC-9B54-F66DCE24BA0F}"/>
              </a:ext>
            </a:extLst>
          </p:cNvPr>
          <p:cNvSpPr>
            <a:spLocks xmlns:a="http://schemas.openxmlformats.org/drawingml/2006/main" noGrp="1"/>
          </p:cNvSpPr>
          <p:nvPr/>
        </p:nvSpPr>
        <p:spPr>
          <a:xfrm xmlns:a="http://schemas.openxmlformats.org/drawingml/2006/main">
            <a:off x="370522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0" name="">
            <a:extLst xmlns:a="http://schemas.openxmlformats.org/drawingml/2006/main">
              <a:ext uri="{FF2B5EF4-FFF2-40B4-BE49-F238E27FC236}">
                <a16:creationId xmlns:a16="http://schemas.microsoft.com/office/drawing/2014/main" id="{97E65C87-0443-4C99-87B3-943FD146B355}"/>
              </a:ext>
            </a:extLst>
          </p:cNvPr>
          <p:cNvSpPr>
            <a:spLocks xmlns:a="http://schemas.openxmlformats.org/drawingml/2006/main" noGrp="1"/>
          </p:cNvSpPr>
          <p:nvPr/>
        </p:nvSpPr>
        <p:spPr>
          <a:xfrm xmlns:a="http://schemas.openxmlformats.org/drawingml/2006/main">
            <a:off x="394335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1" name="">
            <a:extLst xmlns:a="http://schemas.openxmlformats.org/drawingml/2006/main">
              <a:ext uri="{FF2B5EF4-FFF2-40B4-BE49-F238E27FC236}">
                <a16:creationId xmlns:a16="http://schemas.microsoft.com/office/drawing/2014/main" id="{73ED6AE1-9804-4E23-9FF9-3B4F76C1A5BC}"/>
              </a:ext>
            </a:extLst>
          </p:cNvPr>
          <p:cNvSpPr>
            <a:spLocks xmlns:a="http://schemas.openxmlformats.org/drawingml/2006/main" noGrp="1"/>
          </p:cNvSpPr>
          <p:nvPr/>
        </p:nvSpPr>
        <p:spPr>
          <a:xfrm xmlns:a="http://schemas.openxmlformats.org/drawingml/2006/main">
            <a:off x="418147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2" name="">
            <a:extLst xmlns:a="http://schemas.openxmlformats.org/drawingml/2006/main">
              <a:ext uri="{FF2B5EF4-FFF2-40B4-BE49-F238E27FC236}">
                <a16:creationId xmlns:a16="http://schemas.microsoft.com/office/drawing/2014/main" id="{61D0D13F-E3C3-4622-BDDB-E8775F7A8855}"/>
              </a:ext>
            </a:extLst>
          </p:cNvPr>
          <p:cNvSpPr>
            <a:spLocks xmlns:a="http://schemas.openxmlformats.org/drawingml/2006/main" noGrp="1"/>
          </p:cNvSpPr>
          <p:nvPr/>
        </p:nvSpPr>
        <p:spPr>
          <a:xfrm xmlns:a="http://schemas.openxmlformats.org/drawingml/2006/main">
            <a:off x="441960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3" name="">
            <a:extLst xmlns:a="http://schemas.openxmlformats.org/drawingml/2006/main">
              <a:ext uri="{FF2B5EF4-FFF2-40B4-BE49-F238E27FC236}">
                <a16:creationId xmlns:a16="http://schemas.microsoft.com/office/drawing/2014/main" id="{99BDAADD-562C-4527-9E26-BF08F6F806E9}"/>
              </a:ext>
            </a:extLst>
          </p:cNvPr>
          <p:cNvSpPr>
            <a:spLocks xmlns:a="http://schemas.openxmlformats.org/drawingml/2006/main" noGrp="1"/>
          </p:cNvSpPr>
          <p:nvPr/>
        </p:nvSpPr>
        <p:spPr>
          <a:xfrm xmlns:a="http://schemas.openxmlformats.org/drawingml/2006/main">
            <a:off x="465772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4" name="">
            <a:extLst xmlns:a="http://schemas.openxmlformats.org/drawingml/2006/main">
              <a:ext uri="{FF2B5EF4-FFF2-40B4-BE49-F238E27FC236}">
                <a16:creationId xmlns:a16="http://schemas.microsoft.com/office/drawing/2014/main" id="{A7112368-B8F6-4EC1-BA69-AAFEBA6B7980}"/>
              </a:ext>
            </a:extLst>
          </p:cNvPr>
          <p:cNvSpPr>
            <a:spLocks xmlns:a="http://schemas.openxmlformats.org/drawingml/2006/main" noGrp="1"/>
          </p:cNvSpPr>
          <p:nvPr/>
        </p:nvSpPr>
        <p:spPr>
          <a:xfrm xmlns:a="http://schemas.openxmlformats.org/drawingml/2006/main">
            <a:off x="4895850"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5" name="">
            <a:extLst xmlns:a="http://schemas.openxmlformats.org/drawingml/2006/main">
              <a:ext uri="{FF2B5EF4-FFF2-40B4-BE49-F238E27FC236}">
                <a16:creationId xmlns:a16="http://schemas.microsoft.com/office/drawing/2014/main" id="{0D6D5ADC-4954-4DE2-B6A3-428A48F74D67}"/>
              </a:ext>
            </a:extLst>
          </p:cNvPr>
          <p:cNvSpPr>
            <a:spLocks xmlns:a="http://schemas.openxmlformats.org/drawingml/2006/main" noGrp="1"/>
          </p:cNvSpPr>
          <p:nvPr/>
        </p:nvSpPr>
        <p:spPr>
          <a:xfrm xmlns:a="http://schemas.openxmlformats.org/drawingml/2006/main">
            <a:off x="5133975" y="4905375"/>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6" name="">
            <a:extLst xmlns:a="http://schemas.openxmlformats.org/drawingml/2006/main">
              <a:ext uri="{FF2B5EF4-FFF2-40B4-BE49-F238E27FC236}">
                <a16:creationId xmlns:a16="http://schemas.microsoft.com/office/drawing/2014/main" id="{4DD0B606-ED22-48FF-9C52-EAC2B46520A6}"/>
              </a:ext>
            </a:extLst>
          </p:cNvPr>
          <p:cNvSpPr>
            <a:spLocks xmlns:a="http://schemas.openxmlformats.org/drawingml/2006/main" noGrp="1"/>
          </p:cNvSpPr>
          <p:nvPr/>
        </p:nvSpPr>
        <p:spPr>
          <a:xfrm xmlns:a="http://schemas.openxmlformats.org/drawingml/2006/main">
            <a:off x="60960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7" name="">
            <a:extLst xmlns:a="http://schemas.openxmlformats.org/drawingml/2006/main">
              <a:ext uri="{FF2B5EF4-FFF2-40B4-BE49-F238E27FC236}">
                <a16:creationId xmlns:a16="http://schemas.microsoft.com/office/drawing/2014/main" id="{07C886D8-67C9-4AB8-A596-4FF442A05430}"/>
              </a:ext>
            </a:extLst>
          </p:cNvPr>
          <p:cNvSpPr>
            <a:spLocks xmlns:a="http://schemas.openxmlformats.org/drawingml/2006/main" noGrp="1"/>
          </p:cNvSpPr>
          <p:nvPr/>
        </p:nvSpPr>
        <p:spPr>
          <a:xfrm xmlns:a="http://schemas.openxmlformats.org/drawingml/2006/main">
            <a:off x="84772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8" name="">
            <a:extLst xmlns:a="http://schemas.openxmlformats.org/drawingml/2006/main">
              <a:ext uri="{FF2B5EF4-FFF2-40B4-BE49-F238E27FC236}">
                <a16:creationId xmlns:a16="http://schemas.microsoft.com/office/drawing/2014/main" id="{5806F077-454B-4BCD-8311-FD2C18C753BC}"/>
              </a:ext>
            </a:extLst>
          </p:cNvPr>
          <p:cNvSpPr>
            <a:spLocks xmlns:a="http://schemas.openxmlformats.org/drawingml/2006/main" noGrp="1"/>
          </p:cNvSpPr>
          <p:nvPr/>
        </p:nvSpPr>
        <p:spPr>
          <a:xfrm xmlns:a="http://schemas.openxmlformats.org/drawingml/2006/main">
            <a:off x="108585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89" name="">
            <a:extLst xmlns:a="http://schemas.openxmlformats.org/drawingml/2006/main">
              <a:ext uri="{FF2B5EF4-FFF2-40B4-BE49-F238E27FC236}">
                <a16:creationId xmlns:a16="http://schemas.microsoft.com/office/drawing/2014/main" id="{0E5DEB90-54B7-4386-BE45-C2527945EFA7}"/>
              </a:ext>
            </a:extLst>
          </p:cNvPr>
          <p:cNvSpPr>
            <a:spLocks xmlns:a="http://schemas.openxmlformats.org/drawingml/2006/main" noGrp="1"/>
          </p:cNvSpPr>
          <p:nvPr/>
        </p:nvSpPr>
        <p:spPr>
          <a:xfrm xmlns:a="http://schemas.openxmlformats.org/drawingml/2006/main">
            <a:off x="132397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0" name="">
            <a:extLst xmlns:a="http://schemas.openxmlformats.org/drawingml/2006/main">
              <a:ext uri="{FF2B5EF4-FFF2-40B4-BE49-F238E27FC236}">
                <a16:creationId xmlns:a16="http://schemas.microsoft.com/office/drawing/2014/main" id="{FF13F751-5D70-4402-87D8-550340839E70}"/>
              </a:ext>
            </a:extLst>
          </p:cNvPr>
          <p:cNvSpPr>
            <a:spLocks xmlns:a="http://schemas.openxmlformats.org/drawingml/2006/main" noGrp="1"/>
          </p:cNvSpPr>
          <p:nvPr/>
        </p:nvSpPr>
        <p:spPr>
          <a:xfrm xmlns:a="http://schemas.openxmlformats.org/drawingml/2006/main">
            <a:off x="156210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1" name="">
            <a:extLst xmlns:a="http://schemas.openxmlformats.org/drawingml/2006/main">
              <a:ext uri="{FF2B5EF4-FFF2-40B4-BE49-F238E27FC236}">
                <a16:creationId xmlns:a16="http://schemas.microsoft.com/office/drawing/2014/main" id="{F48E4165-85E6-4B1C-AB40-1993E4938BAD}"/>
              </a:ext>
            </a:extLst>
          </p:cNvPr>
          <p:cNvSpPr>
            <a:spLocks xmlns:a="http://schemas.openxmlformats.org/drawingml/2006/main" noGrp="1"/>
          </p:cNvSpPr>
          <p:nvPr/>
        </p:nvSpPr>
        <p:spPr>
          <a:xfrm xmlns:a="http://schemas.openxmlformats.org/drawingml/2006/main">
            <a:off x="180022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2" name="">
            <a:extLst xmlns:a="http://schemas.openxmlformats.org/drawingml/2006/main">
              <a:ext uri="{FF2B5EF4-FFF2-40B4-BE49-F238E27FC236}">
                <a16:creationId xmlns:a16="http://schemas.microsoft.com/office/drawing/2014/main" id="{FA92FF86-839E-4BB5-AC9C-FD37BB694256}"/>
              </a:ext>
            </a:extLst>
          </p:cNvPr>
          <p:cNvSpPr>
            <a:spLocks xmlns:a="http://schemas.openxmlformats.org/drawingml/2006/main" noGrp="1"/>
          </p:cNvSpPr>
          <p:nvPr/>
        </p:nvSpPr>
        <p:spPr>
          <a:xfrm xmlns:a="http://schemas.openxmlformats.org/drawingml/2006/main">
            <a:off x="203835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3" name="">
            <a:extLst xmlns:a="http://schemas.openxmlformats.org/drawingml/2006/main">
              <a:ext uri="{FF2B5EF4-FFF2-40B4-BE49-F238E27FC236}">
                <a16:creationId xmlns:a16="http://schemas.microsoft.com/office/drawing/2014/main" id="{D3B7F527-37F8-4495-B476-D608A26A95F2}"/>
              </a:ext>
            </a:extLst>
          </p:cNvPr>
          <p:cNvSpPr>
            <a:spLocks xmlns:a="http://schemas.openxmlformats.org/drawingml/2006/main" noGrp="1"/>
          </p:cNvSpPr>
          <p:nvPr/>
        </p:nvSpPr>
        <p:spPr>
          <a:xfrm xmlns:a="http://schemas.openxmlformats.org/drawingml/2006/main">
            <a:off x="227647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4" name="">
            <a:extLst xmlns:a="http://schemas.openxmlformats.org/drawingml/2006/main">
              <a:ext uri="{FF2B5EF4-FFF2-40B4-BE49-F238E27FC236}">
                <a16:creationId xmlns:a16="http://schemas.microsoft.com/office/drawing/2014/main" id="{2439E7C7-4D9D-4058-9CA0-2C238EBD98B4}"/>
              </a:ext>
            </a:extLst>
          </p:cNvPr>
          <p:cNvSpPr>
            <a:spLocks xmlns:a="http://schemas.openxmlformats.org/drawingml/2006/main" noGrp="1"/>
          </p:cNvSpPr>
          <p:nvPr/>
        </p:nvSpPr>
        <p:spPr>
          <a:xfrm xmlns:a="http://schemas.openxmlformats.org/drawingml/2006/main">
            <a:off x="251460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5" name="">
            <a:extLst xmlns:a="http://schemas.openxmlformats.org/drawingml/2006/main">
              <a:ext uri="{FF2B5EF4-FFF2-40B4-BE49-F238E27FC236}">
                <a16:creationId xmlns:a16="http://schemas.microsoft.com/office/drawing/2014/main" id="{AB21B430-0793-466B-9FAD-74CF5FE6B313}"/>
              </a:ext>
            </a:extLst>
          </p:cNvPr>
          <p:cNvSpPr>
            <a:spLocks xmlns:a="http://schemas.openxmlformats.org/drawingml/2006/main" noGrp="1"/>
          </p:cNvSpPr>
          <p:nvPr/>
        </p:nvSpPr>
        <p:spPr>
          <a:xfrm xmlns:a="http://schemas.openxmlformats.org/drawingml/2006/main">
            <a:off x="275272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6" name="">
            <a:extLst xmlns:a="http://schemas.openxmlformats.org/drawingml/2006/main">
              <a:ext uri="{FF2B5EF4-FFF2-40B4-BE49-F238E27FC236}">
                <a16:creationId xmlns:a16="http://schemas.microsoft.com/office/drawing/2014/main" id="{3245BB29-12F4-4B69-80CC-AA0CADB1D32D}"/>
              </a:ext>
            </a:extLst>
          </p:cNvPr>
          <p:cNvSpPr>
            <a:spLocks xmlns:a="http://schemas.openxmlformats.org/drawingml/2006/main" noGrp="1"/>
          </p:cNvSpPr>
          <p:nvPr/>
        </p:nvSpPr>
        <p:spPr>
          <a:xfrm xmlns:a="http://schemas.openxmlformats.org/drawingml/2006/main">
            <a:off x="299085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7" name="">
            <a:extLst xmlns:a="http://schemas.openxmlformats.org/drawingml/2006/main">
              <a:ext uri="{FF2B5EF4-FFF2-40B4-BE49-F238E27FC236}">
                <a16:creationId xmlns:a16="http://schemas.microsoft.com/office/drawing/2014/main" id="{61FED7B1-B87F-4563-B3F6-F96C52DCFC6C}"/>
              </a:ext>
            </a:extLst>
          </p:cNvPr>
          <p:cNvSpPr>
            <a:spLocks xmlns:a="http://schemas.openxmlformats.org/drawingml/2006/main" noGrp="1"/>
          </p:cNvSpPr>
          <p:nvPr/>
        </p:nvSpPr>
        <p:spPr>
          <a:xfrm xmlns:a="http://schemas.openxmlformats.org/drawingml/2006/main">
            <a:off x="322897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8" name="">
            <a:extLst xmlns:a="http://schemas.openxmlformats.org/drawingml/2006/main">
              <a:ext uri="{FF2B5EF4-FFF2-40B4-BE49-F238E27FC236}">
                <a16:creationId xmlns:a16="http://schemas.microsoft.com/office/drawing/2014/main" id="{9415A163-A2CD-4D0E-9C06-0B7C1011C60C}"/>
              </a:ext>
            </a:extLst>
          </p:cNvPr>
          <p:cNvSpPr>
            <a:spLocks xmlns:a="http://schemas.openxmlformats.org/drawingml/2006/main" noGrp="1"/>
          </p:cNvSpPr>
          <p:nvPr/>
        </p:nvSpPr>
        <p:spPr>
          <a:xfrm xmlns:a="http://schemas.openxmlformats.org/drawingml/2006/main">
            <a:off x="346710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299" name="">
            <a:extLst xmlns:a="http://schemas.openxmlformats.org/drawingml/2006/main">
              <a:ext uri="{FF2B5EF4-FFF2-40B4-BE49-F238E27FC236}">
                <a16:creationId xmlns:a16="http://schemas.microsoft.com/office/drawing/2014/main" id="{78F7F756-ED0B-4AEE-97A6-A025F2E9EAD9}"/>
              </a:ext>
            </a:extLst>
          </p:cNvPr>
          <p:cNvSpPr>
            <a:spLocks xmlns:a="http://schemas.openxmlformats.org/drawingml/2006/main" noGrp="1"/>
          </p:cNvSpPr>
          <p:nvPr/>
        </p:nvSpPr>
        <p:spPr>
          <a:xfrm xmlns:a="http://schemas.openxmlformats.org/drawingml/2006/main">
            <a:off x="370522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0" name="">
            <a:extLst xmlns:a="http://schemas.openxmlformats.org/drawingml/2006/main">
              <a:ext uri="{FF2B5EF4-FFF2-40B4-BE49-F238E27FC236}">
                <a16:creationId xmlns:a16="http://schemas.microsoft.com/office/drawing/2014/main" id="{D49705F3-8FFF-43F9-8FC0-52381233EC28}"/>
              </a:ext>
            </a:extLst>
          </p:cNvPr>
          <p:cNvSpPr>
            <a:spLocks xmlns:a="http://schemas.openxmlformats.org/drawingml/2006/main" noGrp="1"/>
          </p:cNvSpPr>
          <p:nvPr/>
        </p:nvSpPr>
        <p:spPr>
          <a:xfrm xmlns:a="http://schemas.openxmlformats.org/drawingml/2006/main">
            <a:off x="394335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1" name="">
            <a:extLst xmlns:a="http://schemas.openxmlformats.org/drawingml/2006/main">
              <a:ext uri="{FF2B5EF4-FFF2-40B4-BE49-F238E27FC236}">
                <a16:creationId xmlns:a16="http://schemas.microsoft.com/office/drawing/2014/main" id="{6DC0D7DD-6142-4EBD-9284-7411127587A9}"/>
              </a:ext>
            </a:extLst>
          </p:cNvPr>
          <p:cNvSpPr>
            <a:spLocks xmlns:a="http://schemas.openxmlformats.org/drawingml/2006/main" noGrp="1"/>
          </p:cNvSpPr>
          <p:nvPr/>
        </p:nvSpPr>
        <p:spPr>
          <a:xfrm xmlns:a="http://schemas.openxmlformats.org/drawingml/2006/main">
            <a:off x="418147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2" name="">
            <a:extLst xmlns:a="http://schemas.openxmlformats.org/drawingml/2006/main">
              <a:ext uri="{FF2B5EF4-FFF2-40B4-BE49-F238E27FC236}">
                <a16:creationId xmlns:a16="http://schemas.microsoft.com/office/drawing/2014/main" id="{7A7705F4-0654-4461-829D-E4150EA55288}"/>
              </a:ext>
            </a:extLst>
          </p:cNvPr>
          <p:cNvSpPr>
            <a:spLocks xmlns:a="http://schemas.openxmlformats.org/drawingml/2006/main" noGrp="1"/>
          </p:cNvSpPr>
          <p:nvPr/>
        </p:nvSpPr>
        <p:spPr>
          <a:xfrm xmlns:a="http://schemas.openxmlformats.org/drawingml/2006/main">
            <a:off x="441960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3" name="">
            <a:extLst xmlns:a="http://schemas.openxmlformats.org/drawingml/2006/main">
              <a:ext uri="{FF2B5EF4-FFF2-40B4-BE49-F238E27FC236}">
                <a16:creationId xmlns:a16="http://schemas.microsoft.com/office/drawing/2014/main" id="{1D8E0302-050E-49C0-B7E2-F5D831500765}"/>
              </a:ext>
            </a:extLst>
          </p:cNvPr>
          <p:cNvSpPr>
            <a:spLocks xmlns:a="http://schemas.openxmlformats.org/drawingml/2006/main" noGrp="1"/>
          </p:cNvSpPr>
          <p:nvPr/>
        </p:nvSpPr>
        <p:spPr>
          <a:xfrm xmlns:a="http://schemas.openxmlformats.org/drawingml/2006/main">
            <a:off x="465772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4" name="">
            <a:extLst xmlns:a="http://schemas.openxmlformats.org/drawingml/2006/main">
              <a:ext uri="{FF2B5EF4-FFF2-40B4-BE49-F238E27FC236}">
                <a16:creationId xmlns:a16="http://schemas.microsoft.com/office/drawing/2014/main" id="{4A37B798-0629-48A0-9B44-F1A0F0E0CD83}"/>
              </a:ext>
            </a:extLst>
          </p:cNvPr>
          <p:cNvSpPr>
            <a:spLocks xmlns:a="http://schemas.openxmlformats.org/drawingml/2006/main" noGrp="1"/>
          </p:cNvSpPr>
          <p:nvPr/>
        </p:nvSpPr>
        <p:spPr>
          <a:xfrm xmlns:a="http://schemas.openxmlformats.org/drawingml/2006/main">
            <a:off x="4895850"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5" name="">
            <a:extLst xmlns:a="http://schemas.openxmlformats.org/drawingml/2006/main">
              <a:ext uri="{FF2B5EF4-FFF2-40B4-BE49-F238E27FC236}">
                <a16:creationId xmlns:a16="http://schemas.microsoft.com/office/drawing/2014/main" id="{76A3942A-0C85-4012-8AFE-E215FD5755BC}"/>
              </a:ext>
            </a:extLst>
          </p:cNvPr>
          <p:cNvSpPr>
            <a:spLocks xmlns:a="http://schemas.openxmlformats.org/drawingml/2006/main" noGrp="1"/>
          </p:cNvSpPr>
          <p:nvPr/>
        </p:nvSpPr>
        <p:spPr>
          <a:xfrm xmlns:a="http://schemas.openxmlformats.org/drawingml/2006/main">
            <a:off x="5133975" y="5143500"/>
            <a:ext cx="161925" cy="161925"/>
          </a:xfrm>
          <a:prstGeom xmlns:a="http://schemas.openxmlformats.org/drawingml/2006/main" prst="roundRect">
            <a:avLst>
              <a:gd name="adj" fmla="val 11765"/>
            </a:avLst>
          </a:prstGeom>
          <a:solidFill xmlns:a="http://schemas.openxmlformats.org/drawingml/2006/main">
            <a:srgbClr val="E5A72D"/>
          </a:solidFill>
          <a:ln xmlns:a="http://schemas.openxmlformats.org/drawingml/2006/main" w="9525">
            <a:solidFill>
              <a:srgbClr val="E5A72D"/>
            </a:solidFill>
            <a:prstDash val="solid"/>
          </a:ln>
        </p:spPr>
      </p:sp>
      <p:sp>
        <p:nvSpPr>
          <p:cNvPr id="306" name="">
            <a:extLst xmlns:a="http://schemas.openxmlformats.org/drawingml/2006/main">
              <a:ext uri="{FF2B5EF4-FFF2-40B4-BE49-F238E27FC236}">
                <a16:creationId xmlns:a16="http://schemas.microsoft.com/office/drawing/2014/main" id="{C56B3EF5-BB15-4E6B-9AF4-5AACD35BB28F}"/>
              </a:ext>
            </a:extLst>
          </p:cNvPr>
          <p:cNvSpPr>
            <a:spLocks xmlns:a="http://schemas.openxmlformats.org/drawingml/2006/main" noGrp="1"/>
          </p:cNvSpPr>
          <p:nvPr/>
        </p:nvSpPr>
        <p:spPr>
          <a:xfrm xmlns:a="http://schemas.openxmlformats.org/drawingml/2006/main">
            <a:off x="5905500" y="1924050"/>
            <a:ext cx="114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94"/>
          </a:bodyPr>
          <a:lstStyle xmlns:a="http://schemas.openxmlformats.org/drawingml/2006/main"/>
          <a:p xmlns:a="http://schemas.openxmlformats.org/drawingml/2006/main">
            <a:pPr algn="l">
              <a:lnSpc>
                <a:spcPct val="116000"/>
              </a:lnSpc>
              <a:buNone/>
              <a:defRPr sz="2550" b="1" i="0">
                <a:solidFill>
                  <a:srgbClr val="3D8DFF"/>
                </a:solidFill>
                <a:latin typeface="Noto Sans CJK TC"/>
                <a:ea typeface="Noto Sans CJK TC"/>
                <a:cs typeface="Noto Sans CJK TC"/>
              </a:defRPr>
            </a:pPr>
            <a:r>
              <a:rPr sz="2550" b="1" i="0">
                <a:solidFill>
                  <a:srgbClr val="3D8DFF"/>
                </a:solidFill>
                <a:latin typeface="Noto Sans CJK TC"/>
                <a:ea typeface="Noto Sans CJK TC"/>
                <a:cs typeface="Noto Sans CJK TC"/>
              </a:rPr>
              <a:t>123</a:t>
            </a:r>
          </a:p>
        </p:txBody>
      </p:sp>
      <p:sp>
        <p:nvSpPr>
          <p:cNvPr id="307" name="">
            <a:extLst xmlns:a="http://schemas.openxmlformats.org/drawingml/2006/main">
              <a:ext uri="{FF2B5EF4-FFF2-40B4-BE49-F238E27FC236}">
                <a16:creationId xmlns:a16="http://schemas.microsoft.com/office/drawing/2014/main" id="{2F4C14A7-E5BB-4B34-8B00-5B89B8A9478A}"/>
              </a:ext>
            </a:extLst>
          </p:cNvPr>
          <p:cNvSpPr>
            <a:spLocks xmlns:a="http://schemas.openxmlformats.org/drawingml/2006/main" noGrp="1"/>
          </p:cNvSpPr>
          <p:nvPr/>
        </p:nvSpPr>
        <p:spPr>
          <a:xfrm xmlns:a="http://schemas.openxmlformats.org/drawingml/2006/main">
            <a:off x="5905500" y="23812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Oursのみ正解</a:t>
            </a:r>
          </a:p>
        </p:txBody>
      </p:sp>
      <p:sp>
        <p:nvSpPr>
          <p:cNvPr id="308" name="">
            <a:extLst xmlns:a="http://schemas.openxmlformats.org/drawingml/2006/main">
              <a:ext uri="{FF2B5EF4-FFF2-40B4-BE49-F238E27FC236}">
                <a16:creationId xmlns:a16="http://schemas.microsoft.com/office/drawing/2014/main" id="{FF228BB0-DAD1-4466-A042-E4A7A9D763F5}"/>
              </a:ext>
            </a:extLst>
          </p:cNvPr>
          <p:cNvSpPr>
            <a:spLocks xmlns:a="http://schemas.openxmlformats.org/drawingml/2006/main" noGrp="1"/>
          </p:cNvSpPr>
          <p:nvPr/>
        </p:nvSpPr>
        <p:spPr>
          <a:xfrm xmlns:a="http://schemas.openxmlformats.org/drawingml/2006/main">
            <a:off x="5905500" y="274320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同じ問題でOursが正解、Genericが不正解</a:t>
            </a:r>
          </a:p>
        </p:txBody>
      </p:sp>
      <p:sp>
        <p:nvSpPr>
          <p:cNvPr id="309" name="">
            <a:extLst xmlns:a="http://schemas.openxmlformats.org/drawingml/2006/main">
              <a:ext uri="{FF2B5EF4-FFF2-40B4-BE49-F238E27FC236}">
                <a16:creationId xmlns:a16="http://schemas.microsoft.com/office/drawing/2014/main" id="{5AE20DB9-01C5-4D3E-9FC7-7A11B4EBB57D}"/>
              </a:ext>
            </a:extLst>
          </p:cNvPr>
          <p:cNvSpPr>
            <a:spLocks xmlns:a="http://schemas.openxmlformats.org/drawingml/2006/main" noGrp="1"/>
          </p:cNvSpPr>
          <p:nvPr/>
        </p:nvSpPr>
        <p:spPr>
          <a:xfrm xmlns:a="http://schemas.openxmlformats.org/drawingml/2006/main">
            <a:off x="5905500" y="3429000"/>
            <a:ext cx="114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94"/>
          </a:bodyPr>
          <a:lstStyle xmlns:a="http://schemas.openxmlformats.org/drawingml/2006/main"/>
          <a:p xmlns:a="http://schemas.openxmlformats.org/drawingml/2006/main">
            <a:pPr algn="l">
              <a:lnSpc>
                <a:spcPct val="116000"/>
              </a:lnSpc>
              <a:buNone/>
              <a:defRPr sz="2550" b="1" i="0">
                <a:solidFill>
                  <a:srgbClr val="536174"/>
                </a:solidFill>
                <a:latin typeface="Noto Sans CJK TC"/>
                <a:ea typeface="Noto Sans CJK TC"/>
                <a:cs typeface="Noto Sans CJK TC"/>
              </a:defRPr>
            </a:pPr>
            <a:r>
              <a:rPr sz="2550" b="1" i="0">
                <a:solidFill>
                  <a:srgbClr val="536174"/>
                </a:solidFill>
                <a:latin typeface="Noto Sans CJK TC"/>
                <a:ea typeface="Noto Sans CJK TC"/>
                <a:cs typeface="Noto Sans CJK TC"/>
              </a:rPr>
              <a:t>102</a:t>
            </a:r>
          </a:p>
        </p:txBody>
      </p:sp>
      <p:sp>
        <p:nvSpPr>
          <p:cNvPr id="310" name="">
            <a:extLst xmlns:a="http://schemas.openxmlformats.org/drawingml/2006/main">
              <a:ext uri="{FF2B5EF4-FFF2-40B4-BE49-F238E27FC236}">
                <a16:creationId xmlns:a16="http://schemas.microsoft.com/office/drawing/2014/main" id="{59978503-5620-419D-B581-639F9BD33CCC}"/>
              </a:ext>
            </a:extLst>
          </p:cNvPr>
          <p:cNvSpPr>
            <a:spLocks xmlns:a="http://schemas.openxmlformats.org/drawingml/2006/main" noGrp="1"/>
          </p:cNvSpPr>
          <p:nvPr/>
        </p:nvSpPr>
        <p:spPr>
          <a:xfrm xmlns:a="http://schemas.openxmlformats.org/drawingml/2006/main">
            <a:off x="5905500" y="38862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両群の結果が同じ</a:t>
            </a:r>
          </a:p>
        </p:txBody>
      </p:sp>
      <p:sp>
        <p:nvSpPr>
          <p:cNvPr id="311" name="">
            <a:extLst xmlns:a="http://schemas.openxmlformats.org/drawingml/2006/main">
              <a:ext uri="{FF2B5EF4-FFF2-40B4-BE49-F238E27FC236}">
                <a16:creationId xmlns:a16="http://schemas.microsoft.com/office/drawing/2014/main" id="{09FDBD5B-2748-4053-B2D5-921D963E5C7C}"/>
              </a:ext>
            </a:extLst>
          </p:cNvPr>
          <p:cNvSpPr>
            <a:spLocks xmlns:a="http://schemas.openxmlformats.org/drawingml/2006/main" noGrp="1"/>
          </p:cNvSpPr>
          <p:nvPr/>
        </p:nvSpPr>
        <p:spPr>
          <a:xfrm xmlns:a="http://schemas.openxmlformats.org/drawingml/2006/main">
            <a:off x="5905500" y="4248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両方正解または両方不正解</a:t>
            </a:r>
          </a:p>
        </p:txBody>
      </p:sp>
      <p:sp>
        <p:nvSpPr>
          <p:cNvPr id="312" name="">
            <a:extLst xmlns:a="http://schemas.openxmlformats.org/drawingml/2006/main">
              <a:ext uri="{FF2B5EF4-FFF2-40B4-BE49-F238E27FC236}">
                <a16:creationId xmlns:a16="http://schemas.microsoft.com/office/drawing/2014/main" id="{B01467BD-B30E-4C88-830F-E28B64FA1EFF}"/>
              </a:ext>
            </a:extLst>
          </p:cNvPr>
          <p:cNvSpPr>
            <a:spLocks xmlns:a="http://schemas.openxmlformats.org/drawingml/2006/main" noGrp="1"/>
          </p:cNvSpPr>
          <p:nvPr/>
        </p:nvSpPr>
        <p:spPr>
          <a:xfrm xmlns:a="http://schemas.openxmlformats.org/drawingml/2006/main">
            <a:off x="5905500" y="4857750"/>
            <a:ext cx="114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94"/>
          </a:bodyPr>
          <a:lstStyle xmlns:a="http://schemas.openxmlformats.org/drawingml/2006/main"/>
          <a:p xmlns:a="http://schemas.openxmlformats.org/drawingml/2006/main">
            <a:pPr algn="l">
              <a:lnSpc>
                <a:spcPct val="116000"/>
              </a:lnSpc>
              <a:buNone/>
              <a:defRPr sz="2550" b="1" i="0">
                <a:solidFill>
                  <a:srgbClr val="E5A72D"/>
                </a:solidFill>
                <a:latin typeface="Noto Sans CJK TC"/>
                <a:ea typeface="Noto Sans CJK TC"/>
                <a:cs typeface="Noto Sans CJK TC"/>
              </a:defRPr>
            </a:pPr>
            <a:r>
              <a:rPr sz="2550" b="1" i="0">
                <a:solidFill>
                  <a:srgbClr val="E5A72D"/>
                </a:solidFill>
                <a:latin typeface="Noto Sans CJK TC"/>
                <a:ea typeface="Noto Sans CJK TC"/>
                <a:cs typeface="Noto Sans CJK TC"/>
              </a:rPr>
              <a:t>75</a:t>
            </a:r>
          </a:p>
        </p:txBody>
      </p:sp>
      <p:sp>
        <p:nvSpPr>
          <p:cNvPr id="313" name="">
            <a:extLst xmlns:a="http://schemas.openxmlformats.org/drawingml/2006/main">
              <a:ext uri="{FF2B5EF4-FFF2-40B4-BE49-F238E27FC236}">
                <a16:creationId xmlns:a16="http://schemas.microsoft.com/office/drawing/2014/main" id="{B0F41730-54C9-4567-8FCB-DA5FD56A2451}"/>
              </a:ext>
            </a:extLst>
          </p:cNvPr>
          <p:cNvSpPr>
            <a:spLocks xmlns:a="http://schemas.openxmlformats.org/drawingml/2006/main" noGrp="1"/>
          </p:cNvSpPr>
          <p:nvPr/>
        </p:nvSpPr>
        <p:spPr>
          <a:xfrm xmlns:a="http://schemas.openxmlformats.org/drawingml/2006/main">
            <a:off x="5905500" y="5314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Genericのみ正解</a:t>
            </a:r>
          </a:p>
        </p:txBody>
      </p:sp>
      <p:sp>
        <p:nvSpPr>
          <p:cNvPr id="314" name="">
            <a:extLst xmlns:a="http://schemas.openxmlformats.org/drawingml/2006/main">
              <a:ext uri="{FF2B5EF4-FFF2-40B4-BE49-F238E27FC236}">
                <a16:creationId xmlns:a16="http://schemas.microsoft.com/office/drawing/2014/main" id="{D5DFB2A4-B953-46D9-8F89-F6F08F7A9AAD}"/>
              </a:ext>
            </a:extLst>
          </p:cNvPr>
          <p:cNvSpPr>
            <a:spLocks xmlns:a="http://schemas.openxmlformats.org/drawingml/2006/main" noGrp="1"/>
          </p:cNvSpPr>
          <p:nvPr/>
        </p:nvSpPr>
        <p:spPr>
          <a:xfrm xmlns:a="http://schemas.openxmlformats.org/drawingml/2006/main">
            <a:off x="8858250" y="1924050"/>
            <a:ext cx="2686050" cy="2476500"/>
          </a:xfrm>
          <a:prstGeom xmlns:a="http://schemas.openxmlformats.org/drawingml/2006/main" prst="roundRect">
            <a:avLst>
              <a:gd name="adj" fmla="val 6154"/>
            </a:avLst>
          </a:prstGeom>
          <a:solidFill xmlns:a="http://schemas.openxmlformats.org/drawingml/2006/main">
            <a:srgbClr val="101D31"/>
          </a:solidFill>
          <a:ln xmlns:a="http://schemas.openxmlformats.org/drawingml/2006/main" w="9525">
            <a:solidFill>
              <a:srgbClr val="101D31"/>
            </a:solidFill>
            <a:prstDash val="solid"/>
          </a:ln>
        </p:spPr>
      </p:sp>
      <p:sp>
        <p:nvSpPr>
          <p:cNvPr id="315" name="">
            <a:extLst xmlns:a="http://schemas.openxmlformats.org/drawingml/2006/main">
              <a:ext uri="{FF2B5EF4-FFF2-40B4-BE49-F238E27FC236}">
                <a16:creationId xmlns:a16="http://schemas.microsoft.com/office/drawing/2014/main" id="{2C1659B2-BF1C-4778-984D-E94C390A5793}"/>
              </a:ext>
            </a:extLst>
          </p:cNvPr>
          <p:cNvSpPr>
            <a:spLocks xmlns:a="http://schemas.openxmlformats.org/drawingml/2006/main" noGrp="1"/>
          </p:cNvSpPr>
          <p:nvPr/>
        </p:nvSpPr>
        <p:spPr>
          <a:xfrm xmlns:a="http://schemas.openxmlformats.org/drawingml/2006/main">
            <a:off x="9144000" y="226695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2550" b="1" i="0">
                <a:solidFill>
                  <a:srgbClr val="FFFFFF"/>
                </a:solidFill>
                <a:latin typeface="Noto Sans CJK TC"/>
                <a:ea typeface="Noto Sans CJK TC"/>
                <a:cs typeface="Noto Sans CJK TC"/>
              </a:defRPr>
            </a:pPr>
            <a:r>
              <a:rPr sz="2550" b="1" i="0">
                <a:solidFill>
                  <a:srgbClr val="FFFFFF"/>
                </a:solidFill>
                <a:latin typeface="Noto Sans CJK TC"/>
                <a:ea typeface="Noto Sans CJK TC"/>
                <a:cs typeface="Noto Sans CJK TC"/>
              </a:rPr>
              <a:t>123 − 75</a:t>
            </a:r>
          </a:p>
        </p:txBody>
      </p:sp>
      <p:sp>
        <p:nvSpPr>
          <p:cNvPr id="316" name="">
            <a:extLst xmlns:a="http://schemas.openxmlformats.org/drawingml/2006/main">
              <a:ext uri="{FF2B5EF4-FFF2-40B4-BE49-F238E27FC236}">
                <a16:creationId xmlns:a16="http://schemas.microsoft.com/office/drawing/2014/main" id="{6384C1EB-12E0-43DE-805D-6762E4D0E17D}"/>
              </a:ext>
            </a:extLst>
          </p:cNvPr>
          <p:cNvSpPr>
            <a:spLocks xmlns:a="http://schemas.openxmlformats.org/drawingml/2006/main" noGrp="1"/>
          </p:cNvSpPr>
          <p:nvPr/>
        </p:nvSpPr>
        <p:spPr>
          <a:xfrm xmlns:a="http://schemas.openxmlformats.org/drawingml/2006/main">
            <a:off x="9144000" y="2857500"/>
            <a:ext cx="2114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2025" b="1" i="0">
                <a:solidFill>
                  <a:srgbClr val="6DCBF4"/>
                </a:solidFill>
                <a:latin typeface="Noto Sans CJK TC"/>
                <a:ea typeface="Noto Sans CJK TC"/>
                <a:cs typeface="Noto Sans CJK TC"/>
              </a:defRPr>
            </a:pPr>
            <a:r>
              <a:rPr sz="2025" b="1" i="0">
                <a:solidFill>
                  <a:srgbClr val="6DCBF4"/>
                </a:solidFill>
                <a:latin typeface="Noto Sans CJK TC"/>
                <a:ea typeface="Noto Sans CJK TC"/>
                <a:cs typeface="Noto Sans CJK TC"/>
              </a:rPr>
              <a:t>= 48問の純優位</a:t>
            </a:r>
          </a:p>
        </p:txBody>
      </p:sp>
      <p:sp>
        <p:nvSpPr>
          <p:cNvPr id="317" name="">
            <a:extLst xmlns:a="http://schemas.openxmlformats.org/drawingml/2006/main">
              <a:ext uri="{FF2B5EF4-FFF2-40B4-BE49-F238E27FC236}">
                <a16:creationId xmlns:a16="http://schemas.microsoft.com/office/drawing/2014/main" id="{D4ED91B1-D979-4063-B447-BB8088BA0272}"/>
              </a:ext>
            </a:extLst>
          </p:cNvPr>
          <p:cNvSpPr>
            <a:spLocks xmlns:a="http://schemas.openxmlformats.org/drawingml/2006/main" noGrp="1"/>
          </p:cNvSpPr>
          <p:nvPr/>
        </p:nvSpPr>
        <p:spPr>
          <a:xfrm xmlns:a="http://schemas.openxmlformats.org/drawingml/2006/main">
            <a:off x="9201150" y="3486150"/>
            <a:ext cx="2000250" cy="9525"/>
          </a:xfrm>
          <a:prstGeom xmlns:a="http://schemas.openxmlformats.org/drawingml/2006/main" prst="rect">
            <a:avLst/>
          </a:prstGeom>
          <a:solidFill xmlns:a="http://schemas.openxmlformats.org/drawingml/2006/main">
            <a:srgbClr val="37506F"/>
          </a:solidFill>
          <a:ln xmlns:a="http://schemas.openxmlformats.org/drawingml/2006/main" w="0">
            <a:solidFill>
              <a:srgbClr val="37506F"/>
            </a:solidFill>
            <a:prstDash val="solid"/>
          </a:ln>
        </p:spPr>
      </p:sp>
      <p:sp>
        <p:nvSpPr>
          <p:cNvPr id="318" name="">
            <a:extLst xmlns:a="http://schemas.openxmlformats.org/drawingml/2006/main">
              <a:ext uri="{FF2B5EF4-FFF2-40B4-BE49-F238E27FC236}">
                <a16:creationId xmlns:a16="http://schemas.microsoft.com/office/drawing/2014/main" id="{23FAB24C-9C8C-48B7-961C-3D272F74B5D0}"/>
              </a:ext>
            </a:extLst>
          </p:cNvPr>
          <p:cNvSpPr>
            <a:spLocks xmlns:a="http://schemas.openxmlformats.org/drawingml/2006/main" noGrp="1"/>
          </p:cNvSpPr>
          <p:nvPr/>
        </p:nvSpPr>
        <p:spPr>
          <a:xfrm xmlns:a="http://schemas.openxmlformats.org/drawingml/2006/main">
            <a:off x="9144000" y="3714750"/>
            <a:ext cx="2114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654"/>
          </a:bodyPr>
          <a:lstStyle xmlns:a="http://schemas.openxmlformats.org/drawingml/2006/main"/>
          <a:p xmlns:a="http://schemas.openxmlformats.org/drawingml/2006/main">
            <a:pPr algn="ctr">
              <a:lnSpc>
                <a:spcPct val="116000"/>
              </a:lnSpc>
              <a:buNone/>
              <a:defRPr sz="1950" b="1" i="0">
                <a:solidFill>
                  <a:srgbClr val="FFFFFF"/>
                </a:solidFill>
                <a:latin typeface="Noto Sans CJK TC"/>
                <a:ea typeface="Noto Sans CJK TC"/>
                <a:cs typeface="Noto Sans CJK TC"/>
              </a:defRPr>
            </a:pPr>
            <a:r>
              <a:rPr sz="1950" b="1" i="0">
                <a:solidFill>
                  <a:srgbClr val="FFFFFF"/>
                </a:solidFill>
                <a:latin typeface="Noto Sans CJK TC"/>
                <a:ea typeface="Noto Sans CJK TC"/>
                <a:cs typeface="Noto Sans CJK TC"/>
              </a:rPr>
              <a:t>48 ÷ 300</a:t>
            </a:r>
          </a:p>
          <a:p xmlns:a="http://schemas.openxmlformats.org/drawingml/2006/main">
            <a:pPr algn="ctr">
              <a:lnSpc>
                <a:spcPct val="116000"/>
              </a:lnSpc>
              <a:buNone/>
              <a:defRPr sz="1950" b="1" i="0">
                <a:solidFill>
                  <a:srgbClr val="FFFFFF"/>
                </a:solidFill>
                <a:latin typeface="Noto Sans CJK TC"/>
                <a:ea typeface="Noto Sans CJK TC"/>
                <a:cs typeface="Noto Sans CJK TC"/>
              </a:defRPr>
            </a:pPr>
            <a:r>
              <a:rPr sz="1950" b="1" i="0">
                <a:solidFill>
                  <a:srgbClr val="FFFFFF"/>
                </a:solidFill>
                <a:latin typeface="Noto Sans CJK TC"/>
                <a:ea typeface="Noto Sans CJK TC"/>
                <a:cs typeface="Noto Sans CJK TC"/>
              </a:rPr>
              <a:t>= 16.0%</a:t>
            </a:r>
          </a:p>
        </p:txBody>
      </p:sp>
      <p:sp>
        <p:nvSpPr>
          <p:cNvPr id="319" name="">
            <a:extLst xmlns:a="http://schemas.openxmlformats.org/drawingml/2006/main">
              <a:ext uri="{FF2B5EF4-FFF2-40B4-BE49-F238E27FC236}">
                <a16:creationId xmlns:a16="http://schemas.microsoft.com/office/drawing/2014/main" id="{9B2A3EB3-4ECF-4ECD-96BC-C5B9405E3B0D}"/>
              </a:ext>
            </a:extLst>
          </p:cNvPr>
          <p:cNvSpPr>
            <a:spLocks xmlns:a="http://schemas.openxmlformats.org/drawingml/2006/main" noGrp="1"/>
          </p:cNvSpPr>
          <p:nvPr/>
        </p:nvSpPr>
        <p:spPr>
          <a:xfrm xmlns:a="http://schemas.openxmlformats.org/drawingml/2006/main">
            <a:off x="8858250" y="4762500"/>
            <a:ext cx="2686050" cy="895350"/>
          </a:xfrm>
          <a:prstGeom xmlns:a="http://schemas.openxmlformats.org/drawingml/2006/main" prst="roundRect">
            <a:avLst>
              <a:gd name="adj" fmla="val 12766"/>
            </a:avLst>
          </a:prstGeom>
          <a:solidFill xmlns:a="http://schemas.openxmlformats.org/drawingml/2006/main">
            <a:srgbClr val="FFF5DD"/>
          </a:solidFill>
          <a:ln xmlns:a="http://schemas.openxmlformats.org/drawingml/2006/main" w="9525">
            <a:solidFill>
              <a:srgbClr val="E6CA88"/>
            </a:solidFill>
            <a:prstDash val="solid"/>
          </a:ln>
        </p:spPr>
      </p:sp>
      <p:sp>
        <p:nvSpPr>
          <p:cNvPr id="320" name="">
            <a:extLst xmlns:a="http://schemas.openxmlformats.org/drawingml/2006/main">
              <a:ext uri="{FF2B5EF4-FFF2-40B4-BE49-F238E27FC236}">
                <a16:creationId xmlns:a16="http://schemas.microsoft.com/office/drawing/2014/main" id="{2C861DC4-8532-469F-98EA-BBD3B0BA7A80}"/>
              </a:ext>
            </a:extLst>
          </p:cNvPr>
          <p:cNvSpPr>
            <a:spLocks xmlns:a="http://schemas.openxmlformats.org/drawingml/2006/main" noGrp="1"/>
          </p:cNvSpPr>
          <p:nvPr/>
        </p:nvSpPr>
        <p:spPr>
          <a:xfrm xmlns:a="http://schemas.openxmlformats.org/drawingml/2006/main">
            <a:off x="9086850" y="49149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E5A72D"/>
                </a:solidFill>
                <a:latin typeface="Noto Sans CJK TC"/>
                <a:ea typeface="Noto Sans CJK TC"/>
                <a:cs typeface="Noto Sans CJK TC"/>
              </a:defRPr>
            </a:pPr>
            <a:r>
              <a:rPr sz="1275" b="1" i="0">
                <a:solidFill>
                  <a:srgbClr val="E5A72D"/>
                </a:solidFill>
                <a:latin typeface="Noto Sans CJK TC"/>
                <a:ea typeface="Noto Sans CJK TC"/>
                <a:cs typeface="Noto Sans CJK TC"/>
              </a:rPr>
              <a:t>コスト</a:t>
            </a:r>
          </a:p>
        </p:txBody>
      </p:sp>
      <p:sp>
        <p:nvSpPr>
          <p:cNvPr id="321" name="">
            <a:extLst xmlns:a="http://schemas.openxmlformats.org/drawingml/2006/main">
              <a:ext uri="{FF2B5EF4-FFF2-40B4-BE49-F238E27FC236}">
                <a16:creationId xmlns:a16="http://schemas.microsoft.com/office/drawing/2014/main" id="{0FE450B9-A663-457C-A6EA-47B3B94C281A}"/>
              </a:ext>
            </a:extLst>
          </p:cNvPr>
          <p:cNvSpPr>
            <a:spLocks xmlns:a="http://schemas.openxmlformats.org/drawingml/2006/main" noGrp="1"/>
          </p:cNvSpPr>
          <p:nvPr/>
        </p:nvSpPr>
        <p:spPr>
          <a:xfrm xmlns:a="http://schemas.openxmlformats.org/drawingml/2006/main">
            <a:off x="9772650" y="48958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トークン +9.0%</a:t>
            </a:r>
          </a:p>
          <a:p xmlns:a="http://schemas.openxmlformats.org/drawingml/2006/main">
            <a:pPr algn="l">
              <a:lnSpc>
                <a:spcPct val="116000"/>
              </a:lnSpc>
              <a:buNone/>
              <a:defRPr sz="1350" b="1" i="0">
                <a:solidFill>
                  <a:srgbClr val="0B1220"/>
                </a:solidFill>
                <a:latin typeface="Noto Sans CJK TC"/>
                <a:ea typeface="Noto Sans CJK TC"/>
                <a:cs typeface="Noto Sans CJK TC"/>
              </a:defRPr>
            </a:pPr>
            <a:r>
              <a:rPr sz="1350" b="1" i="0">
                <a:solidFill>
                  <a:srgbClr val="0B1220"/>
                </a:solidFill>
                <a:latin typeface="Noto Sans CJK TC"/>
                <a:ea typeface="Noto Sans CJK TC"/>
                <a:cs typeface="Noto Sans CJK TC"/>
              </a:rPr>
              <a:t>遅延 +4.8%</a:t>
            </a:r>
          </a:p>
        </p:txBody>
      </p:sp>
      <p:sp>
        <p:nvSpPr>
          <p:cNvPr id="322" name="">
            <a:extLst xmlns:a="http://schemas.openxmlformats.org/drawingml/2006/main">
              <a:ext uri="{FF2B5EF4-FFF2-40B4-BE49-F238E27FC236}">
                <a16:creationId xmlns:a16="http://schemas.microsoft.com/office/drawing/2014/main" id="{A7F7978F-C54B-42A2-BA51-41F981808292}"/>
              </a:ext>
            </a:extLst>
          </p:cNvPr>
          <p:cNvSpPr>
            <a:spLocks xmlns:a="http://schemas.openxmlformats.org/drawingml/2006/main" noGrp="1"/>
          </p:cNvSpPr>
          <p:nvPr/>
        </p:nvSpPr>
        <p:spPr>
          <a:xfrm xmlns:a="http://schemas.openxmlformats.org/drawingml/2006/main">
            <a:off x="590550" y="60769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350" b="1" i="0">
                <a:solidFill>
                  <a:srgbClr val="35A56F"/>
                </a:solidFill>
                <a:latin typeface="Noto Sans CJK TC"/>
                <a:ea typeface="Noto Sans CJK TC"/>
                <a:cs typeface="Noto Sans CJK TC"/>
              </a:defRPr>
            </a:pPr>
            <a:r>
              <a:rPr sz="1350" b="1" i="0">
                <a:solidFill>
                  <a:srgbClr val="35A56F"/>
                </a:solidFill>
                <a:latin typeface="Noto Sans CJK TC"/>
                <a:ea typeface="Noto Sans CJK TC"/>
                <a:cs typeface="Noto Sans CJK TC"/>
              </a:rPr>
              <a:t>これが実験成果そのものであり、ウェブ画面はデータを閲覧可能にする手段にすぎない。</a:t>
            </a:r>
          </a:p>
        </p:txBody>
      </p:sp>
    </p:spTree>
    <p:extLst>
      <p:ext uri="{BB962C8B-B14F-4D97-AF65-F5344CB8AC3E}">
        <p14:creationId xmlns:p14="http://schemas.microsoft.com/office/powerpoint/2010/main" val="1116142298"/>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4441758-6546-4E8E-BE66-B8D59AA49E1D}"/>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一つの器官から人間方程式へ戻す</a:t>
            </a:r>
          </a:p>
        </p:txBody>
      </p:sp>
      <p:sp>
        <p:nvSpPr>
          <p:cNvPr id="2" name="">
            <a:extLst xmlns:a="http://schemas.openxmlformats.org/drawingml/2006/main">
              <a:ext uri="{FF2B5EF4-FFF2-40B4-BE49-F238E27FC236}">
                <a16:creationId xmlns:a16="http://schemas.microsoft.com/office/drawing/2014/main" id="{6CB0EA15-550B-40A8-BB46-CBAAB23C1E0E}"/>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この限定結果を全体へ戻す：まず左脳が答える対象を合わせる</a:t>
            </a:r>
          </a:p>
        </p:txBody>
      </p:sp>
      <p:sp>
        <p:nvSpPr>
          <p:cNvPr id="3" name="">
            <a:extLst xmlns:a="http://schemas.openxmlformats.org/drawingml/2006/main">
              <a:ext uri="{FF2B5EF4-FFF2-40B4-BE49-F238E27FC236}">
                <a16:creationId xmlns:a16="http://schemas.microsoft.com/office/drawing/2014/main" id="{DA51999A-09B9-47A8-A0AE-3C6CA3D46D39}"/>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E9653B16-2072-4F05-A04E-56355D9602F6}"/>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18</a:t>
            </a:r>
          </a:p>
        </p:txBody>
      </p:sp>
      <p:sp>
        <p:nvSpPr>
          <p:cNvPr id="5" name="">
            <a:extLst xmlns:a="http://schemas.openxmlformats.org/drawingml/2006/main">
              <a:ext uri="{FF2B5EF4-FFF2-40B4-BE49-F238E27FC236}">
                <a16:creationId xmlns:a16="http://schemas.microsoft.com/office/drawing/2014/main" id="{D1FAA732-4E3F-4C83-BDE7-2865EA835E29}"/>
              </a:ext>
            </a:extLst>
          </p:cNvPr>
          <p:cNvSpPr>
            <a:spLocks xmlns:a="http://schemas.openxmlformats.org/drawingml/2006/main" noGrp="1"/>
          </p:cNvSpPr>
          <p:nvPr/>
        </p:nvSpPr>
        <p:spPr>
          <a:xfrm xmlns:a="http://schemas.openxmlformats.org/drawingml/2006/main">
            <a:off x="571500" y="14287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PUB-T13-112</a:t>
            </a:r>
          </a:p>
        </p:txBody>
      </p:sp>
      <p:sp>
        <p:nvSpPr>
          <p:cNvPr id="6" name="">
            <a:extLst xmlns:a="http://schemas.openxmlformats.org/drawingml/2006/main">
              <a:ext uri="{FF2B5EF4-FFF2-40B4-BE49-F238E27FC236}">
                <a16:creationId xmlns:a16="http://schemas.microsoft.com/office/drawing/2014/main" id="{BF22A73B-C89B-472F-89F7-3152C5FC7612}"/>
              </a:ext>
            </a:extLst>
          </p:cNvPr>
          <p:cNvSpPr>
            <a:spLocks xmlns:a="http://schemas.openxmlformats.org/drawingml/2006/main" noGrp="1"/>
          </p:cNvSpPr>
          <p:nvPr/>
        </p:nvSpPr>
        <p:spPr>
          <a:xfrm xmlns:a="http://schemas.openxmlformats.org/drawingml/2006/main">
            <a:off x="571500" y="1866900"/>
            <a:ext cx="4095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DCE2EA"/>
            </a:solidFill>
            <a:prstDash val="solid"/>
          </a:ln>
        </p:spPr>
      </p:sp>
      <p:sp>
        <p:nvSpPr>
          <p:cNvPr id="7" name="">
            <a:extLst xmlns:a="http://schemas.openxmlformats.org/drawingml/2006/main">
              <a:ext uri="{FF2B5EF4-FFF2-40B4-BE49-F238E27FC236}">
                <a16:creationId xmlns:a16="http://schemas.microsoft.com/office/drawing/2014/main" id="{ED5FB0D0-06DF-407F-905C-21DC6C9B7AAB}"/>
              </a:ext>
            </a:extLst>
          </p:cNvPr>
          <p:cNvSpPr>
            <a:spLocks xmlns:a="http://schemas.openxmlformats.org/drawingml/2006/main" noGrp="1"/>
          </p:cNvSpPr>
          <p:nvPr/>
        </p:nvSpPr>
        <p:spPr>
          <a:xfrm xmlns:a="http://schemas.openxmlformats.org/drawingml/2006/main">
            <a:off x="800100" y="2124075"/>
            <a:ext cx="3638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50"/>
          </a:bodyPr>
          <a:lstStyle xmlns:a="http://schemas.openxmlformats.org/drawingml/2006/main"/>
          <a:p xmlns:a="http://schemas.openxmlformats.org/drawingml/2006/main">
            <a:pPr algn="l">
              <a:lnSpc>
                <a:spcPct val="116000"/>
              </a:lnSpc>
              <a:buNone/>
              <a:defRPr sz="1725" b="1" i="0">
                <a:solidFill>
                  <a:srgbClr val="0B1220"/>
                </a:solidFill>
                <a:latin typeface="Noto Sans CJK TC"/>
                <a:ea typeface="Noto Sans CJK TC"/>
                <a:cs typeface="Noto Sans CJK TC"/>
              </a:defRPr>
            </a:pPr>
            <a:r>
              <a:rPr sz="1725" b="1" i="0">
                <a:solidFill>
                  <a:srgbClr val="0B1220"/>
                </a:solidFill>
                <a:latin typeface="Noto Sans CJK TC"/>
                <a:ea typeface="Noto Sans CJK TC"/>
                <a:cs typeface="Noto Sans CJK TC"/>
              </a:rPr>
              <a:t>Q：broccoliはclosetにある？</a:t>
            </a:r>
          </a:p>
        </p:txBody>
      </p:sp>
      <p:sp>
        <p:nvSpPr>
          <p:cNvPr id="8" name="">
            <a:extLst xmlns:a="http://schemas.openxmlformats.org/drawingml/2006/main">
              <a:ext uri="{FF2B5EF4-FFF2-40B4-BE49-F238E27FC236}">
                <a16:creationId xmlns:a16="http://schemas.microsoft.com/office/drawing/2014/main" id="{2C5E193E-7AF6-4372-B485-1E49EA081669}"/>
              </a:ext>
            </a:extLst>
          </p:cNvPr>
          <p:cNvSpPr>
            <a:spLocks xmlns:a="http://schemas.openxmlformats.org/drawingml/2006/main" noGrp="1"/>
          </p:cNvSpPr>
          <p:nvPr/>
        </p:nvSpPr>
        <p:spPr>
          <a:xfrm xmlns:a="http://schemas.openxmlformats.org/drawingml/2006/main">
            <a:off x="571500" y="2990850"/>
            <a:ext cx="4095750" cy="819150"/>
          </a:xfrm>
          <a:prstGeom xmlns:a="http://schemas.openxmlformats.org/drawingml/2006/main" prst="roundRect">
            <a:avLst>
              <a:gd name="adj" fmla="val 13953"/>
            </a:avLst>
          </a:prstGeom>
          <a:solidFill xmlns:a="http://schemas.openxmlformats.org/drawingml/2006/main">
            <a:srgbClr val="EAF5FB"/>
          </a:solidFill>
          <a:ln xmlns:a="http://schemas.openxmlformats.org/drawingml/2006/main" w="9525">
            <a:solidFill>
              <a:srgbClr val="BBDDF1"/>
            </a:solidFill>
            <a:prstDash val="solid"/>
          </a:ln>
        </p:spPr>
      </p:sp>
      <p:sp>
        <p:nvSpPr>
          <p:cNvPr id="9" name="">
            <a:extLst xmlns:a="http://schemas.openxmlformats.org/drawingml/2006/main">
              <a:ext uri="{FF2B5EF4-FFF2-40B4-BE49-F238E27FC236}">
                <a16:creationId xmlns:a16="http://schemas.microsoft.com/office/drawing/2014/main" id="{F8BB7A40-7792-43AF-AC18-A6512A71CBF9}"/>
              </a:ext>
            </a:extLst>
          </p:cNvPr>
          <p:cNvSpPr>
            <a:spLocks xmlns:a="http://schemas.openxmlformats.org/drawingml/2006/main" noGrp="1"/>
          </p:cNvSpPr>
          <p:nvPr/>
        </p:nvSpPr>
        <p:spPr>
          <a:xfrm xmlns:a="http://schemas.openxmlformats.org/drawingml/2006/main">
            <a:off x="800100" y="3248025"/>
            <a:ext cx="3638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75" b="1" i="0">
                <a:solidFill>
                  <a:srgbClr val="3D8DFF"/>
                </a:solidFill>
                <a:latin typeface="Noto Sans CJK TC"/>
                <a:ea typeface="Noto Sans CJK TC"/>
                <a:cs typeface="Noto Sans CJK TC"/>
              </a:defRPr>
            </a:pPr>
            <a:r>
              <a:rPr sz="1575" b="1" i="0">
                <a:solidFill>
                  <a:srgbClr val="3D8DFF"/>
                </a:solidFill>
                <a:latin typeface="Noto Sans CJK TC"/>
                <a:ea typeface="Noto Sans CJK TC"/>
                <a:cs typeface="Noto Sans CJK TC"/>
              </a:rPr>
              <a:t>A：pineapplesをそこに入れた。</a:t>
            </a:r>
          </a:p>
        </p:txBody>
      </p:sp>
      <p:sp>
        <p:nvSpPr>
          <p:cNvPr id="10" name="">
            <a:extLst xmlns:a="http://schemas.openxmlformats.org/drawingml/2006/main">
              <a:ext uri="{FF2B5EF4-FFF2-40B4-BE49-F238E27FC236}">
                <a16:creationId xmlns:a16="http://schemas.microsoft.com/office/drawing/2014/main" id="{EDF8F015-660D-4400-847E-2C1306D99C02}"/>
              </a:ext>
            </a:extLst>
          </p:cNvPr>
          <p:cNvSpPr>
            <a:spLocks xmlns:a="http://schemas.openxmlformats.org/drawingml/2006/main" noGrp="1"/>
          </p:cNvSpPr>
          <p:nvPr/>
        </p:nvSpPr>
        <p:spPr>
          <a:xfrm xmlns:a="http://schemas.openxmlformats.org/drawingml/2006/main">
            <a:off x="5276850" y="21145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03"/>
          </a:bodyPr>
          <a:lstStyle xmlns:a="http://schemas.openxmlformats.org/drawingml/2006/main"/>
          <a:p xmlns:a="http://schemas.openxmlformats.org/drawingml/2006/main">
            <a:pPr algn="ctr">
              <a:lnSpc>
                <a:spcPct val="116000"/>
              </a:lnSpc>
              <a:buNone/>
              <a:defRPr sz="1725" b="1" i="0">
                <a:solidFill>
                  <a:srgbClr val="7C63D8"/>
                </a:solidFill>
                <a:latin typeface="Noto Sans CJK TC"/>
                <a:ea typeface="Noto Sans CJK TC"/>
                <a:cs typeface="Noto Sans CJK TC"/>
              </a:defRPr>
            </a:pPr>
            <a:r>
              <a:rPr sz="1725" b="1" i="0">
                <a:solidFill>
                  <a:srgbClr val="7C63D8"/>
                </a:solidFill>
                <a:latin typeface="Noto Sans CJK TC"/>
                <a:ea typeface="Noto Sans CJK TC"/>
                <a:cs typeface="Noto Sans CJK TC"/>
              </a:rPr>
              <a:t>there</a:t>
            </a:r>
          </a:p>
        </p:txBody>
      </p:sp>
      <p:sp>
        <p:nvSpPr>
          <p:cNvPr id="11" name="">
            <a:extLst xmlns:a="http://schemas.openxmlformats.org/drawingml/2006/main">
              <a:ext uri="{FF2B5EF4-FFF2-40B4-BE49-F238E27FC236}">
                <a16:creationId xmlns:a16="http://schemas.microsoft.com/office/drawing/2014/main" id="{ECB95648-6276-45AE-8C8D-09FDBD38005F}"/>
              </a:ext>
            </a:extLst>
          </p:cNvPr>
          <p:cNvSpPr>
            <a:spLocks xmlns:a="http://schemas.openxmlformats.org/drawingml/2006/main" noGrp="1"/>
          </p:cNvSpPr>
          <p:nvPr/>
        </p:nvSpPr>
        <p:spPr>
          <a:xfrm xmlns:a="http://schemas.openxmlformats.org/drawingml/2006/main">
            <a:off x="5276850" y="25717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指す</a:t>
            </a:r>
          </a:p>
        </p:txBody>
      </p:sp>
      <p:sp>
        <p:nvSpPr>
          <p:cNvPr id="12" name="">
            <a:extLst xmlns:a="http://schemas.openxmlformats.org/drawingml/2006/main">
              <a:ext uri="{FF2B5EF4-FFF2-40B4-BE49-F238E27FC236}">
                <a16:creationId xmlns:a16="http://schemas.microsoft.com/office/drawing/2014/main" id="{38EC7B17-7E76-43F5-BCF7-283DF56DD8DB}"/>
              </a:ext>
            </a:extLst>
          </p:cNvPr>
          <p:cNvSpPr>
            <a:spLocks xmlns:a="http://schemas.openxmlformats.org/drawingml/2006/main" noGrp="1"/>
          </p:cNvSpPr>
          <p:nvPr/>
        </p:nvSpPr>
        <p:spPr>
          <a:xfrm xmlns:a="http://schemas.openxmlformats.org/drawingml/2006/main">
            <a:off x="5276850" y="30099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ctr">
              <a:lnSpc>
                <a:spcPct val="116000"/>
              </a:lnSpc>
              <a:buNone/>
              <a:defRPr sz="1875" b="1" i="0">
                <a:solidFill>
                  <a:srgbClr val="7C63D8"/>
                </a:solidFill>
                <a:latin typeface="Noto Sans CJK TC"/>
                <a:ea typeface="Noto Sans CJK TC"/>
                <a:cs typeface="Noto Sans CJK TC"/>
              </a:defRPr>
            </a:pPr>
            <a:r>
              <a:rPr sz="1875" b="1" i="0">
                <a:solidFill>
                  <a:srgbClr val="7C63D8"/>
                </a:solidFill>
                <a:latin typeface="Noto Sans CJK TC"/>
                <a:ea typeface="Noto Sans CJK TC"/>
                <a:cs typeface="Noto Sans CJK TC"/>
              </a:rPr>
              <a:t>closet</a:t>
            </a:r>
          </a:p>
        </p:txBody>
      </p:sp>
      <p:sp>
        <p:nvSpPr>
          <p:cNvPr id="13" name="">
            <a:extLst xmlns:a="http://schemas.openxmlformats.org/drawingml/2006/main">
              <a:ext uri="{FF2B5EF4-FFF2-40B4-BE49-F238E27FC236}">
                <a16:creationId xmlns:a16="http://schemas.microsoft.com/office/drawing/2014/main" id="{FF9DE1B3-19F8-4108-B3A1-1C18D5267B96}"/>
              </a:ext>
            </a:extLst>
          </p:cNvPr>
          <p:cNvSpPr>
            <a:spLocks xmlns:a="http://schemas.openxmlformats.org/drawingml/2006/main" noGrp="1"/>
          </p:cNvSpPr>
          <p:nvPr/>
        </p:nvSpPr>
        <p:spPr>
          <a:xfrm xmlns:a="http://schemas.openxmlformats.org/drawingml/2006/main">
            <a:off x="4648200" y="2362200"/>
            <a:ext cx="495300" cy="19050"/>
          </a:xfrm>
          <a:prstGeom xmlns:a="http://schemas.openxmlformats.org/drawingml/2006/main" prst="rect">
            <a:avLst/>
          </a:prstGeom>
          <a:solidFill xmlns:a="http://schemas.openxmlformats.org/drawingml/2006/main">
            <a:srgbClr val="7C63D8"/>
          </a:solidFill>
          <a:ln xmlns:a="http://schemas.openxmlformats.org/drawingml/2006/main" w="0">
            <a:solidFill>
              <a:srgbClr val="7C63D8"/>
            </a:solidFill>
            <a:prstDash val="solid"/>
          </a:ln>
        </p:spPr>
      </p:sp>
      <p:sp>
        <p:nvSpPr>
          <p:cNvPr id="14" name="">
            <a:extLst xmlns:a="http://schemas.openxmlformats.org/drawingml/2006/main">
              <a:ext uri="{FF2B5EF4-FFF2-40B4-BE49-F238E27FC236}">
                <a16:creationId xmlns:a16="http://schemas.microsoft.com/office/drawing/2014/main" id="{F742F3CF-B593-447A-8606-6545BDF2EF6B}"/>
              </a:ext>
            </a:extLst>
          </p:cNvPr>
          <p:cNvSpPr>
            <a:spLocks xmlns:a="http://schemas.openxmlformats.org/drawingml/2006/main" noGrp="1"/>
          </p:cNvSpPr>
          <p:nvPr/>
        </p:nvSpPr>
        <p:spPr>
          <a:xfrm xmlns:a="http://schemas.openxmlformats.org/drawingml/2006/main">
            <a:off x="5048250" y="220980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7C63D8"/>
                </a:solidFill>
                <a:latin typeface="Noto Sans CJK TC"/>
                <a:ea typeface="Noto Sans CJK TC"/>
                <a:cs typeface="Noto Sans CJK TC"/>
              </a:defRPr>
            </a:pPr>
            <a:r>
              <a:rPr sz="1875" b="1" i="0">
                <a:solidFill>
                  <a:srgbClr val="7C63D8"/>
                </a:solidFill>
                <a:latin typeface="Noto Sans CJK TC"/>
                <a:ea typeface="Noto Sans CJK TC"/>
                <a:cs typeface="Noto Sans CJK TC"/>
              </a:rPr>
              <a:t>→</a:t>
            </a:r>
          </a:p>
        </p:txBody>
      </p:sp>
      <p:sp>
        <p:nvSpPr>
          <p:cNvPr id="15" name="">
            <a:extLst xmlns:a="http://schemas.openxmlformats.org/drawingml/2006/main">
              <a:ext uri="{FF2B5EF4-FFF2-40B4-BE49-F238E27FC236}">
                <a16:creationId xmlns:a16="http://schemas.microsoft.com/office/drawing/2014/main" id="{414427D7-61D5-4B94-BFBE-CAB42B0E7B30}"/>
              </a:ext>
            </a:extLst>
          </p:cNvPr>
          <p:cNvSpPr>
            <a:spLocks xmlns:a="http://schemas.openxmlformats.org/drawingml/2006/main" noGrp="1"/>
          </p:cNvSpPr>
          <p:nvPr/>
        </p:nvSpPr>
        <p:spPr>
          <a:xfrm xmlns:a="http://schemas.openxmlformats.org/drawingml/2006/main">
            <a:off x="4648200" y="3486150"/>
            <a:ext cx="495300" cy="19050"/>
          </a:xfrm>
          <a:prstGeom xmlns:a="http://schemas.openxmlformats.org/drawingml/2006/main" prst="rect">
            <a:avLst/>
          </a:prstGeom>
          <a:solidFill xmlns:a="http://schemas.openxmlformats.org/drawingml/2006/main">
            <a:srgbClr val="7C63D8"/>
          </a:solidFill>
          <a:ln xmlns:a="http://schemas.openxmlformats.org/drawingml/2006/main" w="0">
            <a:solidFill>
              <a:srgbClr val="7C63D8"/>
            </a:solidFill>
            <a:prstDash val="solid"/>
          </a:ln>
        </p:spPr>
      </p:sp>
      <p:sp>
        <p:nvSpPr>
          <p:cNvPr id="16" name="">
            <a:extLst xmlns:a="http://schemas.openxmlformats.org/drawingml/2006/main">
              <a:ext uri="{FF2B5EF4-FFF2-40B4-BE49-F238E27FC236}">
                <a16:creationId xmlns:a16="http://schemas.microsoft.com/office/drawing/2014/main" id="{B3717F34-101F-49CB-B4D3-67DA89221568}"/>
              </a:ext>
            </a:extLst>
          </p:cNvPr>
          <p:cNvSpPr>
            <a:spLocks xmlns:a="http://schemas.openxmlformats.org/drawingml/2006/main" noGrp="1"/>
          </p:cNvSpPr>
          <p:nvPr/>
        </p:nvSpPr>
        <p:spPr>
          <a:xfrm xmlns:a="http://schemas.openxmlformats.org/drawingml/2006/main">
            <a:off x="5048250" y="33337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54"/>
          </a:bodyPr>
          <a:lstStyle xmlns:a="http://schemas.openxmlformats.org/drawingml/2006/main"/>
          <a:p xmlns:a="http://schemas.openxmlformats.org/drawingml/2006/main">
            <a:pPr algn="r">
              <a:lnSpc>
                <a:spcPct val="116000"/>
              </a:lnSpc>
              <a:buNone/>
              <a:defRPr sz="1875" b="1" i="0">
                <a:solidFill>
                  <a:srgbClr val="7C63D8"/>
                </a:solidFill>
                <a:latin typeface="Noto Sans CJK TC"/>
                <a:ea typeface="Noto Sans CJK TC"/>
                <a:cs typeface="Noto Sans CJK TC"/>
              </a:defRPr>
            </a:pPr>
            <a:r>
              <a:rPr sz="1875" b="1" i="0">
                <a:solidFill>
                  <a:srgbClr val="7C63D8"/>
                </a:solidFill>
                <a:latin typeface="Noto Sans CJK TC"/>
                <a:ea typeface="Noto Sans CJK TC"/>
                <a:cs typeface="Noto Sans CJK TC"/>
              </a:rPr>
              <a:t>→</a:t>
            </a:r>
          </a:p>
        </p:txBody>
      </p:sp>
      <p:sp>
        <p:nvSpPr>
          <p:cNvPr id="17" name="">
            <a:extLst xmlns:a="http://schemas.openxmlformats.org/drawingml/2006/main">
              <a:ext uri="{FF2B5EF4-FFF2-40B4-BE49-F238E27FC236}">
                <a16:creationId xmlns:a16="http://schemas.microsoft.com/office/drawing/2014/main" id="{D37A4883-DFB8-46BE-AB58-A43C8E83EE58}"/>
              </a:ext>
            </a:extLst>
          </p:cNvPr>
          <p:cNvSpPr>
            <a:spLocks xmlns:a="http://schemas.openxmlformats.org/drawingml/2006/main" noGrp="1"/>
          </p:cNvSpPr>
          <p:nvPr/>
        </p:nvSpPr>
        <p:spPr>
          <a:xfrm xmlns:a="http://schemas.openxmlformats.org/drawingml/2006/main">
            <a:off x="6762750" y="1733550"/>
            <a:ext cx="4762500" cy="1028700"/>
          </a:xfrm>
          <a:prstGeom xmlns:a="http://schemas.openxmlformats.org/drawingml/2006/main" prst="roundRect">
            <a:avLst>
              <a:gd name="adj" fmla="val 11111"/>
            </a:avLst>
          </a:prstGeom>
          <a:solidFill xmlns:a="http://schemas.openxmlformats.org/drawingml/2006/main">
            <a:srgbClr val="FDECEC"/>
          </a:solidFill>
          <a:ln xmlns:a="http://schemas.openxmlformats.org/drawingml/2006/main" w="9525">
            <a:solidFill>
              <a:srgbClr val="F3C3C3"/>
            </a:solidFill>
            <a:prstDash val="solid"/>
          </a:ln>
        </p:spPr>
      </p:sp>
      <p:sp>
        <p:nvSpPr>
          <p:cNvPr id="18" name="">
            <a:extLst xmlns:a="http://schemas.openxmlformats.org/drawingml/2006/main">
              <a:ext uri="{FF2B5EF4-FFF2-40B4-BE49-F238E27FC236}">
                <a16:creationId xmlns:a16="http://schemas.microsoft.com/office/drawing/2014/main" id="{2563996A-3506-4AB4-A185-EF8E922E3439}"/>
              </a:ext>
            </a:extLst>
          </p:cNvPr>
          <p:cNvSpPr>
            <a:spLocks xmlns:a="http://schemas.openxmlformats.org/drawingml/2006/main" noGrp="1"/>
          </p:cNvSpPr>
          <p:nvPr/>
        </p:nvSpPr>
        <p:spPr>
          <a:xfrm xmlns:a="http://schemas.openxmlformats.org/drawingml/2006/main">
            <a:off x="7010400" y="1924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7"/>
          </a:bodyPr>
          <a:lstStyle xmlns:a="http://schemas.openxmlformats.org/drawingml/2006/main"/>
          <a:p xmlns:a="http://schemas.openxmlformats.org/drawingml/2006/main">
            <a:pPr algn="l">
              <a:lnSpc>
                <a:spcPct val="116000"/>
              </a:lnSpc>
              <a:buNone/>
              <a:defRPr sz="1500" b="1" i="0">
                <a:solidFill>
                  <a:srgbClr val="D75252"/>
                </a:solidFill>
                <a:latin typeface="Noto Sans CJK TC"/>
                <a:ea typeface="Noto Sans CJK TC"/>
                <a:cs typeface="Noto Sans CJK TC"/>
              </a:defRPr>
            </a:pPr>
            <a:r>
              <a:rPr sz="1500" b="1" i="0">
                <a:solidFill>
                  <a:srgbClr val="D75252"/>
                </a:solidFill>
                <a:latin typeface="Noto Sans CJK TC"/>
                <a:ea typeface="Noto Sans CJK TC"/>
                <a:cs typeface="Noto Sans CJK TC"/>
              </a:rPr>
              <a:t>一般的熟考：Noと推論したのにYesへ対応付けた</a:t>
            </a:r>
          </a:p>
        </p:txBody>
      </p:sp>
      <p:sp>
        <p:nvSpPr>
          <p:cNvPr id="19" name="">
            <a:extLst xmlns:a="http://schemas.openxmlformats.org/drawingml/2006/main">
              <a:ext uri="{FF2B5EF4-FFF2-40B4-BE49-F238E27FC236}">
                <a16:creationId xmlns:a16="http://schemas.microsoft.com/office/drawing/2014/main" id="{46D9769F-0F4A-4C37-9899-D477B402A3BB}"/>
              </a:ext>
            </a:extLst>
          </p:cNvPr>
          <p:cNvSpPr>
            <a:spLocks xmlns:a="http://schemas.openxmlformats.org/drawingml/2006/main" noGrp="1"/>
          </p:cNvSpPr>
          <p:nvPr/>
        </p:nvSpPr>
        <p:spPr>
          <a:xfrm xmlns:a="http://schemas.openxmlformats.org/drawingml/2006/main">
            <a:off x="7010400" y="2305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309"/>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推論内容はほぼ正しいが、</a:t>
            </a:r>
          </a:p>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最後の解答番号がYesを指す → 不正解</a:t>
            </a:r>
          </a:p>
        </p:txBody>
      </p:sp>
      <p:sp>
        <p:nvSpPr>
          <p:cNvPr id="20" name="">
            <a:extLst xmlns:a="http://schemas.openxmlformats.org/drawingml/2006/main">
              <a:ext uri="{FF2B5EF4-FFF2-40B4-BE49-F238E27FC236}">
                <a16:creationId xmlns:a16="http://schemas.microsoft.com/office/drawing/2014/main" id="{34417F93-C320-4B0D-9239-62BC88E8147A}"/>
              </a:ext>
            </a:extLst>
          </p:cNvPr>
          <p:cNvSpPr>
            <a:spLocks xmlns:a="http://schemas.openxmlformats.org/drawingml/2006/main" noGrp="1"/>
          </p:cNvSpPr>
          <p:nvPr/>
        </p:nvSpPr>
        <p:spPr>
          <a:xfrm xmlns:a="http://schemas.openxmlformats.org/drawingml/2006/main">
            <a:off x="6762750" y="3105150"/>
            <a:ext cx="4762500" cy="1809750"/>
          </a:xfrm>
          <a:prstGeom xmlns:a="http://schemas.openxmlformats.org/drawingml/2006/main" prst="roundRect">
            <a:avLst>
              <a:gd name="adj" fmla="val 6316"/>
            </a:avLst>
          </a:prstGeom>
          <a:solidFill xmlns:a="http://schemas.openxmlformats.org/drawingml/2006/main">
            <a:srgbClr val="E8F7EF"/>
          </a:solidFill>
          <a:ln xmlns:a="http://schemas.openxmlformats.org/drawingml/2006/main" w="9525">
            <a:solidFill>
              <a:srgbClr val="BFE8D1"/>
            </a:solidFill>
            <a:prstDash val="solid"/>
          </a:ln>
        </p:spPr>
      </p:sp>
      <p:sp>
        <p:nvSpPr>
          <p:cNvPr id="21" name="">
            <a:extLst xmlns:a="http://schemas.openxmlformats.org/drawingml/2006/main">
              <a:ext uri="{FF2B5EF4-FFF2-40B4-BE49-F238E27FC236}">
                <a16:creationId xmlns:a16="http://schemas.microsoft.com/office/drawing/2014/main" id="{C04A2F3E-FF17-42AE-AB81-19D5061C0585}"/>
              </a:ext>
            </a:extLst>
          </p:cNvPr>
          <p:cNvSpPr>
            <a:spLocks xmlns:a="http://schemas.openxmlformats.org/drawingml/2006/main" noGrp="1"/>
          </p:cNvSpPr>
          <p:nvPr/>
        </p:nvSpPr>
        <p:spPr>
          <a:xfrm xmlns:a="http://schemas.openxmlformats.org/drawingml/2006/main">
            <a:off x="7010400" y="32956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35A56F"/>
                </a:solidFill>
                <a:latin typeface="Noto Sans CJK TC"/>
                <a:ea typeface="Noto Sans CJK TC"/>
                <a:cs typeface="Noto Sans CJK TC"/>
              </a:defRPr>
            </a:pPr>
            <a:r>
              <a:rPr sz="1500" b="1" i="0">
                <a:solidFill>
                  <a:srgbClr val="35A56F"/>
                </a:solidFill>
                <a:latin typeface="Noto Sans CJK TC"/>
                <a:ea typeface="Noto Sans CJK TC"/>
                <a:cs typeface="Noto Sans CJK TC"/>
              </a:rPr>
              <a:t>語用器官：字面・対象・証拠を分けてNoへ戻す</a:t>
            </a:r>
          </a:p>
        </p:txBody>
      </p:sp>
      <p:sp>
        <p:nvSpPr>
          <p:cNvPr id="22" name="">
            <a:extLst xmlns:a="http://schemas.openxmlformats.org/drawingml/2006/main">
              <a:ext uri="{FF2B5EF4-FFF2-40B4-BE49-F238E27FC236}">
                <a16:creationId xmlns:a16="http://schemas.microsoft.com/office/drawing/2014/main" id="{966E1B6E-DFD2-41A4-BB11-C684DCB1506D}"/>
              </a:ext>
            </a:extLst>
          </p:cNvPr>
          <p:cNvSpPr>
            <a:spLocks xmlns:a="http://schemas.openxmlformats.org/drawingml/2006/main" noGrp="1"/>
          </p:cNvSpPr>
          <p:nvPr/>
        </p:nvSpPr>
        <p:spPr>
          <a:xfrm xmlns:a="http://schemas.openxmlformats.org/drawingml/2006/main">
            <a:off x="7010400" y="37147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・字面：言及されたのはpineapples</a:t>
            </a:r>
          </a:p>
        </p:txBody>
      </p:sp>
      <p:sp>
        <p:nvSpPr>
          <p:cNvPr id="23" name="">
            <a:extLst xmlns:a="http://schemas.openxmlformats.org/drawingml/2006/main">
              <a:ext uri="{FF2B5EF4-FFF2-40B4-BE49-F238E27FC236}">
                <a16:creationId xmlns:a16="http://schemas.microsoft.com/office/drawing/2014/main" id="{6F7CE2DC-9905-4C35-AB35-9E2B7A85ABC8}"/>
              </a:ext>
            </a:extLst>
          </p:cNvPr>
          <p:cNvSpPr>
            <a:spLocks xmlns:a="http://schemas.openxmlformats.org/drawingml/2006/main" noGrp="1"/>
          </p:cNvSpPr>
          <p:nvPr/>
        </p:nvSpPr>
        <p:spPr>
          <a:xfrm xmlns:a="http://schemas.openxmlformats.org/drawingml/2006/main">
            <a:off x="7010400" y="39814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・対象：質問されているのはbroccoli</a:t>
            </a:r>
          </a:p>
        </p:txBody>
      </p:sp>
      <p:sp>
        <p:nvSpPr>
          <p:cNvPr id="24" name="">
            <a:extLst xmlns:a="http://schemas.openxmlformats.org/drawingml/2006/main">
              <a:ext uri="{FF2B5EF4-FFF2-40B4-BE49-F238E27FC236}">
                <a16:creationId xmlns:a16="http://schemas.microsoft.com/office/drawing/2014/main" id="{056E635D-1913-4774-87EB-18B65438737D}"/>
              </a:ext>
            </a:extLst>
          </p:cNvPr>
          <p:cNvSpPr>
            <a:spLocks xmlns:a="http://schemas.openxmlformats.org/drawingml/2006/main" noGrp="1"/>
          </p:cNvSpPr>
          <p:nvPr/>
        </p:nvSpPr>
        <p:spPr>
          <a:xfrm xmlns:a="http://schemas.openxmlformats.org/drawingml/2006/main">
            <a:off x="7010400" y="42481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・証拠：thereはclosetを指すが物品は別</a:t>
            </a:r>
          </a:p>
        </p:txBody>
      </p:sp>
      <p:sp>
        <p:nvSpPr>
          <p:cNvPr id="25" name="">
            <a:extLst xmlns:a="http://schemas.openxmlformats.org/drawingml/2006/main">
              <a:ext uri="{FF2B5EF4-FFF2-40B4-BE49-F238E27FC236}">
                <a16:creationId xmlns:a16="http://schemas.microsoft.com/office/drawing/2014/main" id="{918F36A8-75B7-427E-9C2A-1C072D973670}"/>
              </a:ext>
            </a:extLst>
          </p:cNvPr>
          <p:cNvSpPr>
            <a:spLocks xmlns:a="http://schemas.openxmlformats.org/drawingml/2006/main" noGrp="1"/>
          </p:cNvSpPr>
          <p:nvPr/>
        </p:nvSpPr>
        <p:spPr>
          <a:xfrm xmlns:a="http://schemas.openxmlformats.org/drawingml/2006/main">
            <a:off x="7010400" y="45148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・代替：broccoliの位置はまだ不明</a:t>
            </a:r>
          </a:p>
        </p:txBody>
      </p:sp>
      <p:sp>
        <p:nvSpPr>
          <p:cNvPr id="26" name="">
            <a:extLst xmlns:a="http://schemas.openxmlformats.org/drawingml/2006/main">
              <a:ext uri="{FF2B5EF4-FFF2-40B4-BE49-F238E27FC236}">
                <a16:creationId xmlns:a16="http://schemas.microsoft.com/office/drawing/2014/main" id="{11B6768C-327F-4FFD-8D3E-54CB66CB60A6}"/>
              </a:ext>
            </a:extLst>
          </p:cNvPr>
          <p:cNvSpPr>
            <a:spLocks xmlns:a="http://schemas.openxmlformats.org/drawingml/2006/main" noGrp="1"/>
          </p:cNvSpPr>
          <p:nvPr/>
        </p:nvSpPr>
        <p:spPr>
          <a:xfrm xmlns:a="http://schemas.openxmlformats.org/drawingml/2006/main">
            <a:off x="7620000" y="5105400"/>
            <a:ext cx="3048000" cy="304800"/>
          </a:xfrm>
          <a:prstGeom xmlns:a="http://schemas.openxmlformats.org/drawingml/2006/main" prst="roundRect">
            <a:avLst>
              <a:gd name="adj" fmla="val 50000"/>
            </a:avLst>
          </a:prstGeom>
          <a:solidFill xmlns:a="http://schemas.openxmlformats.org/drawingml/2006/main">
            <a:srgbClr val="35A56F"/>
          </a:solidFill>
          <a:ln xmlns:a="http://schemas.openxmlformats.org/drawingml/2006/main" w="9525">
            <a:solidFill>
              <a:srgbClr val="35A56F"/>
            </a:solidFill>
            <a:prstDash val="solid"/>
          </a:ln>
        </p:spPr>
      </p:sp>
      <p:sp>
        <p:nvSpPr>
          <p:cNvPr id="27" name="">
            <a:extLst xmlns:a="http://schemas.openxmlformats.org/drawingml/2006/main">
              <a:ext uri="{FF2B5EF4-FFF2-40B4-BE49-F238E27FC236}">
                <a16:creationId xmlns:a16="http://schemas.microsoft.com/office/drawing/2014/main" id="{5F0E830A-1456-4113-ACBA-857B6F02F4D1}"/>
              </a:ext>
            </a:extLst>
          </p:cNvPr>
          <p:cNvSpPr>
            <a:spLocks xmlns:a="http://schemas.openxmlformats.org/drawingml/2006/main" noGrp="1"/>
          </p:cNvSpPr>
          <p:nvPr/>
        </p:nvSpPr>
        <p:spPr>
          <a:xfrm xmlns:a="http://schemas.openxmlformats.org/drawingml/2006/main">
            <a:off x="7620000" y="5143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6000"/>
              </a:lnSpc>
              <a:buNone/>
              <a:defRPr sz="1125" b="1" i="0">
                <a:solidFill>
                  <a:srgbClr val="FFFFFF"/>
                </a:solidFill>
                <a:latin typeface="Noto Sans CJK TC"/>
                <a:ea typeface="Noto Sans CJK TC"/>
                <a:cs typeface="Noto Sans CJK TC"/>
              </a:defRPr>
            </a:pPr>
            <a:r>
              <a:rPr sz="1125" b="1" i="0">
                <a:solidFill>
                  <a:srgbClr val="FFFFFF"/>
                </a:solidFill>
                <a:latin typeface="Noto Sans CJK TC"/>
                <a:ea typeface="Noto Sans CJK TC"/>
                <a:cs typeface="Noto Sans CJK TC"/>
              </a:rPr>
              <a:t>最終解答：No・正解</a:t>
            </a:r>
          </a:p>
        </p:txBody>
      </p:sp>
      <p:sp>
        <p:nvSpPr>
          <p:cNvPr id="28" name="">
            <a:extLst xmlns:a="http://schemas.openxmlformats.org/drawingml/2006/main">
              <a:ext uri="{FF2B5EF4-FFF2-40B4-BE49-F238E27FC236}">
                <a16:creationId xmlns:a16="http://schemas.microsoft.com/office/drawing/2014/main" id="{8111896D-4465-4B8B-ACCC-28074D40B902}"/>
              </a:ext>
            </a:extLst>
          </p:cNvPr>
          <p:cNvSpPr>
            <a:spLocks xmlns:a="http://schemas.openxmlformats.org/drawingml/2006/main" noGrp="1"/>
          </p:cNvSpPr>
          <p:nvPr/>
        </p:nvSpPr>
        <p:spPr>
          <a:xfrm xmlns:a="http://schemas.openxmlformats.org/drawingml/2006/main">
            <a:off x="914400" y="4457700"/>
            <a:ext cx="5334000" cy="952500"/>
          </a:xfrm>
          <a:prstGeom xmlns:a="http://schemas.openxmlformats.org/drawingml/2006/main" prst="roundRect">
            <a:avLst>
              <a:gd name="adj" fmla="val 12000"/>
            </a:avLst>
          </a:prstGeom>
          <a:solidFill xmlns:a="http://schemas.openxmlformats.org/drawingml/2006/main">
            <a:srgbClr val="101D31"/>
          </a:solidFill>
          <a:ln xmlns:a="http://schemas.openxmlformats.org/drawingml/2006/main" w="9525">
            <a:solidFill>
              <a:srgbClr val="101D31"/>
            </a:solidFill>
            <a:prstDash val="solid"/>
          </a:ln>
        </p:spPr>
      </p:sp>
      <p:sp>
        <p:nvSpPr>
          <p:cNvPr id="29" name="">
            <a:extLst xmlns:a="http://schemas.openxmlformats.org/drawingml/2006/main">
              <a:ext uri="{FF2B5EF4-FFF2-40B4-BE49-F238E27FC236}">
                <a16:creationId xmlns:a16="http://schemas.microsoft.com/office/drawing/2014/main" id="{C71C028D-E9E6-40EC-9511-38BB082602FA}"/>
              </a:ext>
            </a:extLst>
          </p:cNvPr>
          <p:cNvSpPr>
            <a:spLocks xmlns:a="http://schemas.openxmlformats.org/drawingml/2006/main" noGrp="1"/>
          </p:cNvSpPr>
          <p:nvPr/>
        </p:nvSpPr>
        <p:spPr>
          <a:xfrm xmlns:a="http://schemas.openxmlformats.org/drawingml/2006/main">
            <a:off x="1200150" y="46863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333"/>
          </a:bodyPr>
          <a:lstStyle xmlns:a="http://schemas.openxmlformats.org/drawingml/2006/main"/>
          <a:p xmlns:a="http://schemas.openxmlformats.org/drawingml/2006/main">
            <a:pPr algn="ctr">
              <a:lnSpc>
                <a:spcPct val="116000"/>
              </a:lnSpc>
              <a:buNone/>
              <a:defRPr sz="1725" b="1" i="0">
                <a:solidFill>
                  <a:srgbClr val="FFFFFF"/>
                </a:solidFill>
                <a:latin typeface="Noto Sans CJK TC"/>
                <a:ea typeface="Noto Sans CJK TC"/>
                <a:cs typeface="Noto Sans CJK TC"/>
              </a:defRPr>
            </a:pPr>
            <a:r>
              <a:rPr sz="1725" b="1" i="0">
                <a:solidFill>
                  <a:srgbClr val="FFFFFF"/>
                </a:solidFill>
                <a:latin typeface="Noto Sans CJK TC"/>
                <a:ea typeface="Noto Sans CJK TC"/>
                <a:cs typeface="Noto Sans CJK TC"/>
              </a:rPr>
              <a:t>重要なのは「there = closet」だけではない。</a:t>
            </a:r>
          </a:p>
          <a:p xmlns:a="http://schemas.openxmlformats.org/drawingml/2006/main">
            <a:pPr algn="ctr">
              <a:lnSpc>
                <a:spcPct val="116000"/>
              </a:lnSpc>
              <a:buNone/>
              <a:defRPr sz="1725" b="1" i="0">
                <a:solidFill>
                  <a:srgbClr val="FFFFFF"/>
                </a:solidFill>
                <a:latin typeface="Noto Sans CJK TC"/>
                <a:ea typeface="Noto Sans CJK TC"/>
                <a:cs typeface="Noto Sans CJK TC"/>
              </a:defRPr>
            </a:pPr>
            <a:r>
              <a:rPr sz="1725" b="1" i="0">
                <a:solidFill>
                  <a:srgbClr val="FFFFFF"/>
                </a:solidFill>
                <a:latin typeface="Noto Sans CJK TC"/>
                <a:ea typeface="Noto Sans CJK TC"/>
                <a:cs typeface="Noto Sans CJK TC"/>
              </a:rPr>
              <a:t>broccoli ≠ pineapplesを保つ必要がある。</a:t>
            </a:r>
          </a:p>
        </p:txBody>
      </p:sp>
      <p:sp>
        <p:nvSpPr>
          <p:cNvPr id="30" name="">
            <a:extLst xmlns:a="http://schemas.openxmlformats.org/drawingml/2006/main">
              <a:ext uri="{FF2B5EF4-FFF2-40B4-BE49-F238E27FC236}">
                <a16:creationId xmlns:a16="http://schemas.microsoft.com/office/drawing/2014/main" id="{FF720128-B424-40AB-A00C-E7F84DBFB88F}"/>
              </a:ext>
            </a:extLst>
          </p:cNvPr>
          <p:cNvSpPr>
            <a:spLocks xmlns:a="http://schemas.openxmlformats.org/drawingml/2006/main" noGrp="1"/>
          </p:cNvSpPr>
          <p:nvPr/>
        </p:nvSpPr>
        <p:spPr>
          <a:xfrm xmlns:a="http://schemas.openxmlformats.org/drawingml/2006/main">
            <a:off x="571500" y="5810250"/>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1" i="0">
                <a:solidFill>
                  <a:srgbClr val="7A5200"/>
                </a:solidFill>
                <a:latin typeface="Noto Sans CJK TC"/>
                <a:ea typeface="Noto Sans CJK TC"/>
                <a:cs typeface="Noto Sans CJK TC"/>
              </a:defRPr>
            </a:pPr>
            <a:r>
              <a:rPr sz="1200" b="1" i="0">
                <a:solidFill>
                  <a:srgbClr val="7A5200"/>
                </a:solidFill>
                <a:latin typeface="Noto Sans CJK TC"/>
                <a:ea typeface="Noto Sans CJK TC"/>
                <a:cs typeface="Noto Sans CJK TC"/>
              </a:rPr>
              <a:t>確認済み：PUB T13では左脳が解答を正しい対象へ結びつける割合が高い。Genericのみ正解も75問ある。</a:t>
            </a:r>
          </a:p>
        </p:txBody>
      </p:sp>
      <p:sp>
        <p:nvSpPr>
          <p:cNvPr id="31" name="">
            <a:extLst xmlns:a="http://schemas.openxmlformats.org/drawingml/2006/main">
              <a:ext uri="{FF2B5EF4-FFF2-40B4-BE49-F238E27FC236}">
                <a16:creationId xmlns:a16="http://schemas.microsoft.com/office/drawing/2014/main" id="{46F969C1-E5DE-470D-BD83-98EA6859BCD6}"/>
              </a:ext>
            </a:extLst>
          </p:cNvPr>
          <p:cNvSpPr>
            <a:spLocks xmlns:a="http://schemas.openxmlformats.org/drawingml/2006/main" noGrp="1"/>
          </p:cNvSpPr>
          <p:nvPr/>
        </p:nvSpPr>
        <p:spPr>
          <a:xfrm xmlns:a="http://schemas.openxmlformats.org/drawingml/2006/main">
            <a:off x="571500" y="6134100"/>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1" i="0">
                <a:solidFill>
                  <a:srgbClr val="D75252"/>
                </a:solidFill>
                <a:latin typeface="Noto Sans CJK TC"/>
                <a:ea typeface="Noto Sans CJK TC"/>
                <a:cs typeface="Noto Sans CJK TC"/>
              </a:defRPr>
            </a:pPr>
            <a:r>
              <a:rPr sz="1200" b="1" i="0">
                <a:solidFill>
                  <a:srgbClr val="D75252"/>
                </a:solidFill>
                <a:latin typeface="Noto Sans CJK TC"/>
                <a:ea typeface="Noto Sans CJK TC"/>
                <a:cs typeface="Noto Sans CJK TC"/>
              </a:rPr>
              <a:t>未検証：理解の改善 → 正しい記憶検索 → 反応選択 → 右脳発話。M15が支持するのは最初の一段だけである。</a:t>
            </a:r>
          </a:p>
        </p:txBody>
      </p:sp>
    </p:spTree>
    <p:extLst>
      <p:ext uri="{BB962C8B-B14F-4D97-AF65-F5344CB8AC3E}">
        <p14:creationId xmlns:p14="http://schemas.microsoft.com/office/powerpoint/2010/main" val="744296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ADE5936-A50B-4812-9145-12B7344D591D}"/>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この結果が意味すること</a:t>
            </a:r>
          </a:p>
        </p:txBody>
      </p:sp>
      <p:sp>
        <p:nvSpPr>
          <p:cNvPr id="2" name="">
            <a:extLst xmlns:a="http://schemas.openxmlformats.org/drawingml/2006/main">
              <a:ext uri="{FF2B5EF4-FFF2-40B4-BE49-F238E27FC236}">
                <a16:creationId xmlns:a16="http://schemas.microsoft.com/office/drawing/2014/main" id="{06BB9619-4A3A-442E-9F14-F454C09CFDB8}"/>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現時点で報告できるのは、限定的だが完結した研究結果である</a:t>
            </a:r>
          </a:p>
        </p:txBody>
      </p:sp>
      <p:sp>
        <p:nvSpPr>
          <p:cNvPr id="3" name="">
            <a:extLst xmlns:a="http://schemas.openxmlformats.org/drawingml/2006/main">
              <a:ext uri="{FF2B5EF4-FFF2-40B4-BE49-F238E27FC236}">
                <a16:creationId xmlns:a16="http://schemas.microsoft.com/office/drawing/2014/main" id="{F6A93A4B-F0F1-4603-9A03-9A520C8B9410}"/>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0594B5E9-E76D-4987-9417-29E8BF81C989}"/>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19</a:t>
            </a:r>
          </a:p>
        </p:txBody>
      </p:sp>
      <p:sp>
        <p:nvSpPr>
          <p:cNvPr id="5" name="">
            <a:extLst xmlns:a="http://schemas.openxmlformats.org/drawingml/2006/main">
              <a:ext uri="{FF2B5EF4-FFF2-40B4-BE49-F238E27FC236}">
                <a16:creationId xmlns:a16="http://schemas.microsoft.com/office/drawing/2014/main" id="{47AF5E6B-AC45-4809-B10B-9AABCAF3C61C}"/>
              </a:ext>
            </a:extLst>
          </p:cNvPr>
          <p:cNvSpPr>
            <a:spLocks xmlns:a="http://schemas.openxmlformats.org/drawingml/2006/main" noGrp="1"/>
          </p:cNvSpPr>
          <p:nvPr/>
        </p:nvSpPr>
        <p:spPr>
          <a:xfrm xmlns:a="http://schemas.openxmlformats.org/drawingml/2006/main">
            <a:off x="704850" y="15621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16000"/>
              </a:lnSpc>
              <a:buNone/>
              <a:defRPr sz="1950" b="1" i="0">
                <a:solidFill>
                  <a:srgbClr val="35A56F"/>
                </a:solidFill>
                <a:latin typeface="Noto Sans CJK TC"/>
                <a:ea typeface="Noto Sans CJK TC"/>
                <a:cs typeface="Noto Sans CJK TC"/>
              </a:defRPr>
            </a:pPr>
            <a:r>
              <a:rPr sz="1950" b="1" i="0">
                <a:solidFill>
                  <a:srgbClr val="35A56F"/>
                </a:solidFill>
                <a:latin typeface="Noto Sans CJK TC"/>
                <a:ea typeface="Noto Sans CJK TC"/>
                <a:cs typeface="Noto Sans CJK TC"/>
              </a:rPr>
              <a:t>現在、証拠があること</a:t>
            </a:r>
          </a:p>
        </p:txBody>
      </p:sp>
      <p:sp>
        <p:nvSpPr>
          <p:cNvPr id="6" name="">
            <a:extLst xmlns:a="http://schemas.openxmlformats.org/drawingml/2006/main">
              <a:ext uri="{FF2B5EF4-FFF2-40B4-BE49-F238E27FC236}">
                <a16:creationId xmlns:a16="http://schemas.microsoft.com/office/drawing/2014/main" id="{44B24E0E-1CC8-4A48-B846-3BC67B3323EA}"/>
              </a:ext>
            </a:extLst>
          </p:cNvPr>
          <p:cNvSpPr>
            <a:spLocks xmlns:a="http://schemas.openxmlformats.org/drawingml/2006/main" noGrp="1"/>
          </p:cNvSpPr>
          <p:nvPr/>
        </p:nvSpPr>
        <p:spPr>
          <a:xfrm xmlns:a="http://schemas.openxmlformats.org/drawingml/2006/main">
            <a:off x="704850" y="2057400"/>
            <a:ext cx="4857750" cy="28575"/>
          </a:xfrm>
          <a:prstGeom xmlns:a="http://schemas.openxmlformats.org/drawingml/2006/main" prst="rect">
            <a:avLst/>
          </a:prstGeom>
          <a:solidFill xmlns:a="http://schemas.openxmlformats.org/drawingml/2006/main">
            <a:srgbClr val="35A56F"/>
          </a:solidFill>
          <a:ln xmlns:a="http://schemas.openxmlformats.org/drawingml/2006/main" w="0">
            <a:solidFill>
              <a:srgbClr val="35A56F"/>
            </a:solidFill>
            <a:prstDash val="solid"/>
          </a:ln>
        </p:spPr>
      </p:sp>
      <p:sp>
        <p:nvSpPr>
          <p:cNvPr id="7" name="">
            <a:extLst xmlns:a="http://schemas.openxmlformats.org/drawingml/2006/main">
              <a:ext uri="{FF2B5EF4-FFF2-40B4-BE49-F238E27FC236}">
                <a16:creationId xmlns:a16="http://schemas.microsoft.com/office/drawing/2014/main" id="{2E5ACC6F-EBA3-4AE8-B991-58467D86663C}"/>
              </a:ext>
            </a:extLst>
          </p:cNvPr>
          <p:cNvSpPr>
            <a:spLocks xmlns:a="http://schemas.openxmlformats.org/drawingml/2006/main" noGrp="1"/>
          </p:cNvSpPr>
          <p:nvPr/>
        </p:nvSpPr>
        <p:spPr>
          <a:xfrm xmlns:a="http://schemas.openxmlformats.org/drawingml/2006/main">
            <a:off x="723900" y="2381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追跡可能な記憶・状態・予測・修正の構成を作った</a:t>
            </a:r>
          </a:p>
        </p:txBody>
      </p:sp>
      <p:sp>
        <p:nvSpPr>
          <p:cNvPr id="8" name="">
            <a:extLst xmlns:a="http://schemas.openxmlformats.org/drawingml/2006/main">
              <a:ext uri="{FF2B5EF4-FFF2-40B4-BE49-F238E27FC236}">
                <a16:creationId xmlns:a16="http://schemas.microsoft.com/office/drawing/2014/main" id="{F22E2B57-39FE-4D8D-8C3B-F275C1FDA468}"/>
              </a:ext>
            </a:extLst>
          </p:cNvPr>
          <p:cNvSpPr>
            <a:spLocks xmlns:a="http://schemas.openxmlformats.org/drawingml/2006/main" noGrp="1"/>
          </p:cNvSpPr>
          <p:nvPr/>
        </p:nvSpPr>
        <p:spPr>
          <a:xfrm xmlns:a="http://schemas.openxmlformats.org/drawingml/2006/main">
            <a:off x="723900" y="28765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M8・M9・M12など、勝てなかった負の結果も残した</a:t>
            </a:r>
          </a:p>
        </p:txBody>
      </p:sp>
      <p:sp>
        <p:nvSpPr>
          <p:cNvPr id="9" name="">
            <a:extLst xmlns:a="http://schemas.openxmlformats.org/drawingml/2006/main">
              <a:ext uri="{FF2B5EF4-FFF2-40B4-BE49-F238E27FC236}">
                <a16:creationId xmlns:a16="http://schemas.microsoft.com/office/drawing/2014/main" id="{29702E2C-935D-46F5-ABAA-42AD45A05BEB}"/>
              </a:ext>
            </a:extLst>
          </p:cNvPr>
          <p:cNvSpPr>
            <a:spLocks xmlns:a="http://schemas.openxmlformats.org/drawingml/2006/main" noGrp="1"/>
          </p:cNvSpPr>
          <p:nvPr/>
        </p:nvSpPr>
        <p:spPr>
          <a:xfrm xmlns:a="http://schemas.openxmlformats.org/drawingml/2006/main">
            <a:off x="723900" y="33718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新規PUB T13 300件で、同一モデルの対応確認を完了した</a:t>
            </a:r>
          </a:p>
        </p:txBody>
      </p:sp>
      <p:sp>
        <p:nvSpPr>
          <p:cNvPr id="10" name="">
            <a:extLst xmlns:a="http://schemas.openxmlformats.org/drawingml/2006/main">
              <a:ext uri="{FF2B5EF4-FFF2-40B4-BE49-F238E27FC236}">
                <a16:creationId xmlns:a16="http://schemas.microsoft.com/office/drawing/2014/main" id="{50B00292-7C51-42E0-A71E-49D903DD9DA2}"/>
              </a:ext>
            </a:extLst>
          </p:cNvPr>
          <p:cNvSpPr>
            <a:spLocks xmlns:a="http://schemas.openxmlformats.org/drawingml/2006/main" noGrp="1"/>
          </p:cNvSpPr>
          <p:nvPr/>
        </p:nvSpPr>
        <p:spPr>
          <a:xfrm xmlns:a="http://schemas.openxmlformats.org/drawingml/2006/main">
            <a:off x="723900" y="38671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語用分解で+16.0ppの限定的優位を得た</a:t>
            </a:r>
          </a:p>
        </p:txBody>
      </p:sp>
      <p:sp>
        <p:nvSpPr>
          <p:cNvPr id="11" name="">
            <a:extLst xmlns:a="http://schemas.openxmlformats.org/drawingml/2006/main">
              <a:ext uri="{FF2B5EF4-FFF2-40B4-BE49-F238E27FC236}">
                <a16:creationId xmlns:a16="http://schemas.microsoft.com/office/drawing/2014/main" id="{E0E75C3A-B13B-4949-A2D0-7FA1D8E19C66}"/>
              </a:ext>
            </a:extLst>
          </p:cNvPr>
          <p:cNvSpPr>
            <a:spLocks xmlns:a="http://schemas.openxmlformats.org/drawingml/2006/main" noGrp="1"/>
          </p:cNvSpPr>
          <p:nvPr/>
        </p:nvSpPr>
        <p:spPr>
          <a:xfrm xmlns:a="http://schemas.openxmlformats.org/drawingml/2006/main">
            <a:off x="723900" y="43624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各結果に事前登録・生出力・コスト・制約がある</a:t>
            </a:r>
          </a:p>
        </p:txBody>
      </p:sp>
      <p:sp>
        <p:nvSpPr>
          <p:cNvPr id="12" name="">
            <a:extLst xmlns:a="http://schemas.openxmlformats.org/drawingml/2006/main">
              <a:ext uri="{FF2B5EF4-FFF2-40B4-BE49-F238E27FC236}">
                <a16:creationId xmlns:a16="http://schemas.microsoft.com/office/drawing/2014/main" id="{8BFFF063-C4BD-4D43-970F-9E1F1F27E6BF}"/>
              </a:ext>
            </a:extLst>
          </p:cNvPr>
          <p:cNvSpPr>
            <a:spLocks xmlns:a="http://schemas.openxmlformats.org/drawingml/2006/main" noGrp="1"/>
          </p:cNvSpPr>
          <p:nvPr/>
        </p:nvSpPr>
        <p:spPr>
          <a:xfrm xmlns:a="http://schemas.openxmlformats.org/drawingml/2006/main">
            <a:off x="6591300" y="15621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16000"/>
              </a:lnSpc>
              <a:buNone/>
              <a:defRPr sz="1950" b="1" i="0">
                <a:solidFill>
                  <a:srgbClr val="D75252"/>
                </a:solidFill>
                <a:latin typeface="Noto Sans CJK TC"/>
                <a:ea typeface="Noto Sans CJK TC"/>
                <a:cs typeface="Noto Sans CJK TC"/>
              </a:defRPr>
            </a:pPr>
            <a:r>
              <a:rPr sz="1950" b="1" i="0">
                <a:solidFill>
                  <a:srgbClr val="D75252"/>
                </a:solidFill>
                <a:latin typeface="Noto Sans CJK TC"/>
                <a:ea typeface="Noto Sans CJK TC"/>
                <a:cs typeface="Noto Sans CJK TC"/>
              </a:rPr>
              <a:t>現時点で主張できないこと</a:t>
            </a:r>
          </a:p>
        </p:txBody>
      </p:sp>
      <p:sp>
        <p:nvSpPr>
          <p:cNvPr id="13" name="">
            <a:extLst xmlns:a="http://schemas.openxmlformats.org/drawingml/2006/main">
              <a:ext uri="{FF2B5EF4-FFF2-40B4-BE49-F238E27FC236}">
                <a16:creationId xmlns:a16="http://schemas.microsoft.com/office/drawing/2014/main" id="{98A555D3-FBF7-49D9-B9C4-FB3558AB181A}"/>
              </a:ext>
            </a:extLst>
          </p:cNvPr>
          <p:cNvSpPr>
            <a:spLocks xmlns:a="http://schemas.openxmlformats.org/drawingml/2006/main" noGrp="1"/>
          </p:cNvSpPr>
          <p:nvPr/>
        </p:nvSpPr>
        <p:spPr>
          <a:xfrm xmlns:a="http://schemas.openxmlformats.org/drawingml/2006/main">
            <a:off x="6591300" y="2057400"/>
            <a:ext cx="4857750" cy="28575"/>
          </a:xfrm>
          <a:prstGeom xmlns:a="http://schemas.openxmlformats.org/drawingml/2006/main" prst="rect">
            <a:avLst/>
          </a:prstGeom>
          <a:solidFill xmlns:a="http://schemas.openxmlformats.org/drawingml/2006/main">
            <a:srgbClr val="D75252"/>
          </a:solidFill>
          <a:ln xmlns:a="http://schemas.openxmlformats.org/drawingml/2006/main" w="0">
            <a:solidFill>
              <a:srgbClr val="D75252"/>
            </a:solidFill>
            <a:prstDash val="solid"/>
          </a:ln>
        </p:spPr>
      </p:sp>
      <p:sp>
        <p:nvSpPr>
          <p:cNvPr id="14" name="">
            <a:extLst xmlns:a="http://schemas.openxmlformats.org/drawingml/2006/main">
              <a:ext uri="{FF2B5EF4-FFF2-40B4-BE49-F238E27FC236}">
                <a16:creationId xmlns:a16="http://schemas.microsoft.com/office/drawing/2014/main" id="{25D6BB62-9FEB-4FDE-BFF1-654B047E4DBA}"/>
              </a:ext>
            </a:extLst>
          </p:cNvPr>
          <p:cNvSpPr>
            <a:spLocks xmlns:a="http://schemas.openxmlformats.org/drawingml/2006/main" noGrp="1"/>
          </p:cNvSpPr>
          <p:nvPr/>
        </p:nvSpPr>
        <p:spPr>
          <a:xfrm xmlns:a="http://schemas.openxmlformats.org/drawingml/2006/main">
            <a:off x="6610350" y="23812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システムが人間である、または主観的意識を持つ</a:t>
            </a:r>
          </a:p>
        </p:txBody>
      </p:sp>
      <p:sp>
        <p:nvSpPr>
          <p:cNvPr id="15" name="">
            <a:extLst xmlns:a="http://schemas.openxmlformats.org/drawingml/2006/main">
              <a:ext uri="{FF2B5EF4-FFF2-40B4-BE49-F238E27FC236}">
                <a16:creationId xmlns:a16="http://schemas.microsoft.com/office/drawing/2014/main" id="{8ACCCBDA-CBF1-4680-8622-9880ACA62AB3}"/>
              </a:ext>
            </a:extLst>
          </p:cNvPr>
          <p:cNvSpPr>
            <a:spLocks xmlns:a="http://schemas.openxmlformats.org/drawingml/2006/main" noGrp="1"/>
          </p:cNvSpPr>
          <p:nvPr/>
        </p:nvSpPr>
        <p:spPr>
          <a:xfrm xmlns:a="http://schemas.openxmlformats.org/drawingml/2006/main">
            <a:off x="6610350" y="2876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すべての暗黙の意図・感情・人間の思考を理解した</a:t>
            </a:r>
          </a:p>
        </p:txBody>
      </p:sp>
      <p:sp>
        <p:nvSpPr>
          <p:cNvPr id="16" name="">
            <a:extLst xmlns:a="http://schemas.openxmlformats.org/drawingml/2006/main">
              <a:ext uri="{FF2B5EF4-FFF2-40B4-BE49-F238E27FC236}">
                <a16:creationId xmlns:a16="http://schemas.microsoft.com/office/drawing/2014/main" id="{2CE1B221-6F29-4691-9C60-46F87375B522}"/>
              </a:ext>
            </a:extLst>
          </p:cNvPr>
          <p:cNvSpPr>
            <a:spLocks xmlns:a="http://schemas.openxmlformats.org/drawingml/2006/main" noGrp="1"/>
          </p:cNvSpPr>
          <p:nvPr/>
        </p:nvSpPr>
        <p:spPr>
          <a:xfrm xmlns:a="http://schemas.openxmlformats.org/drawingml/2006/main">
            <a:off x="6610350" y="33718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92"/>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長期的な「理解された感覚」が一般LLMより優れると証明した</a:t>
            </a:r>
          </a:p>
        </p:txBody>
      </p:sp>
      <p:sp>
        <p:nvSpPr>
          <p:cNvPr id="17" name="">
            <a:extLst xmlns:a="http://schemas.openxmlformats.org/drawingml/2006/main">
              <a:ext uri="{FF2B5EF4-FFF2-40B4-BE49-F238E27FC236}">
                <a16:creationId xmlns:a16="http://schemas.microsoft.com/office/drawing/2014/main" id="{423EACC3-628D-4C7F-A456-C2584BF6AA93}"/>
              </a:ext>
            </a:extLst>
          </p:cNvPr>
          <p:cNvSpPr>
            <a:spLocks xmlns:a="http://schemas.openxmlformats.org/drawingml/2006/main" noGrp="1"/>
          </p:cNvSpPr>
          <p:nvPr/>
        </p:nvSpPr>
        <p:spPr>
          <a:xfrm xmlns:a="http://schemas.openxmlformats.org/drawingml/2006/main">
            <a:off x="6610350" y="3867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Uruhaの公開人格について時間予測検証を完了した</a:t>
            </a:r>
          </a:p>
        </p:txBody>
      </p:sp>
      <p:sp>
        <p:nvSpPr>
          <p:cNvPr id="18" name="">
            <a:extLst xmlns:a="http://schemas.openxmlformats.org/drawingml/2006/main">
              <a:ext uri="{FF2B5EF4-FFF2-40B4-BE49-F238E27FC236}">
                <a16:creationId xmlns:a16="http://schemas.microsoft.com/office/drawing/2014/main" id="{CE642049-AA79-4109-BEEB-654B510CB65E}"/>
              </a:ext>
            </a:extLst>
          </p:cNvPr>
          <p:cNvSpPr>
            <a:spLocks xmlns:a="http://schemas.openxmlformats.org/drawingml/2006/main" noGrp="1"/>
          </p:cNvSpPr>
          <p:nvPr/>
        </p:nvSpPr>
        <p:spPr>
          <a:xfrm xmlns:a="http://schemas.openxmlformats.org/drawingml/2006/main">
            <a:off x="6610350" y="43624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0B1220"/>
                </a:solidFill>
                <a:latin typeface="Noto Sans CJK TC"/>
                <a:ea typeface="Noto Sans CJK TC"/>
                <a:cs typeface="Noto Sans CJK TC"/>
              </a:defRPr>
            </a:pPr>
            <a:r>
              <a:rPr sz="1350" b="0" i="0">
                <a:solidFill>
                  <a:srgbClr val="0B1220"/>
                </a:solidFill>
                <a:latin typeface="Noto Sans CJK TC"/>
                <a:ea typeface="Noto Sans CJK TC"/>
                <a:cs typeface="Noto Sans CJK TC"/>
              </a:rPr>
              <a:t>× +16ppを他モデル・他課題へ自動的に一般化できる</a:t>
            </a:r>
          </a:p>
        </p:txBody>
      </p:sp>
      <p:sp>
        <p:nvSpPr>
          <p:cNvPr id="19" name="">
            <a:extLst xmlns:a="http://schemas.openxmlformats.org/drawingml/2006/main">
              <a:ext uri="{FF2B5EF4-FFF2-40B4-BE49-F238E27FC236}">
                <a16:creationId xmlns:a16="http://schemas.microsoft.com/office/drawing/2014/main" id="{0BA3E6BB-5EA9-4348-A326-9392F46DC65C}"/>
              </a:ext>
            </a:extLst>
          </p:cNvPr>
          <p:cNvSpPr>
            <a:spLocks xmlns:a="http://schemas.openxmlformats.org/drawingml/2006/main" noGrp="1"/>
          </p:cNvSpPr>
          <p:nvPr/>
        </p:nvSpPr>
        <p:spPr>
          <a:xfrm xmlns:a="http://schemas.openxmlformats.org/drawingml/2006/main">
            <a:off x="1619250" y="5486400"/>
            <a:ext cx="8953500" cy="590550"/>
          </a:xfrm>
          <a:prstGeom xmlns:a="http://schemas.openxmlformats.org/drawingml/2006/main" prst="roundRect">
            <a:avLst>
              <a:gd name="adj" fmla="val 19355"/>
            </a:avLst>
          </a:prstGeom>
          <a:solidFill xmlns:a="http://schemas.openxmlformats.org/drawingml/2006/main">
            <a:srgbClr val="FFF5DD"/>
          </a:solidFill>
          <a:ln xmlns:a="http://schemas.openxmlformats.org/drawingml/2006/main" w="9525">
            <a:solidFill>
              <a:srgbClr val="E6CA88"/>
            </a:solidFill>
            <a:prstDash val="solid"/>
          </a:ln>
        </p:spPr>
      </p:sp>
      <p:sp>
        <p:nvSpPr>
          <p:cNvPr id="20" name="">
            <a:extLst xmlns:a="http://schemas.openxmlformats.org/drawingml/2006/main">
              <a:ext uri="{FF2B5EF4-FFF2-40B4-BE49-F238E27FC236}">
                <a16:creationId xmlns:a16="http://schemas.microsoft.com/office/drawing/2014/main" id="{F091740C-7189-46D3-8D90-09C3F0D1A273}"/>
              </a:ext>
            </a:extLst>
          </p:cNvPr>
          <p:cNvSpPr>
            <a:spLocks xmlns:a="http://schemas.openxmlformats.org/drawingml/2006/main" noGrp="1"/>
          </p:cNvSpPr>
          <p:nvPr/>
        </p:nvSpPr>
        <p:spPr>
          <a:xfrm xmlns:a="http://schemas.openxmlformats.org/drawingml/2006/main">
            <a:off x="1866900" y="5619750"/>
            <a:ext cx="845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500" b="1" i="0">
                <a:solidFill>
                  <a:srgbClr val="7A5200"/>
                </a:solidFill>
                <a:latin typeface="Noto Sans CJK TC"/>
                <a:ea typeface="Noto Sans CJK TC"/>
                <a:cs typeface="Noto Sans CJK TC"/>
              </a:defRPr>
            </a:pPr>
            <a:r>
              <a:rPr sz="1500" b="1" i="0">
                <a:solidFill>
                  <a:srgbClr val="7A5200"/>
                </a:solidFill>
                <a:latin typeface="Noto Sans CJK TC"/>
                <a:ea typeface="Noto Sans CJK TC"/>
                <a:cs typeface="Noto Sans CJK TC"/>
              </a:rPr>
              <a:t>研究価値：「人らしさ」という曖昧な構想を、再現でき、失敗でき、拡張できる実験へ変えた。</a:t>
            </a:r>
          </a:p>
        </p:txBody>
      </p:sp>
    </p:spTree>
    <p:extLst>
      <p:ext uri="{BB962C8B-B14F-4D97-AF65-F5344CB8AC3E}">
        <p14:creationId xmlns:p14="http://schemas.microsoft.com/office/powerpoint/2010/main" val="1207660113"/>
      </p:ext>
    </p:extLst>
  </p:cSld>
</p:sld>
</file>

<file path=ppt/slides/slide20.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2ABE97-1A1A-47AB-AB60-518B17F4FCC1}"/>
              </a:ext>
            </a:extLst>
          </p:cNvPr>
          <p:cNvSpPr>
            <a:spLocks xmlns:a="http://schemas.openxmlformats.org/drawingml/2006/main" noGrp="1"/>
          </p:cNvSpPr>
          <p:nvPr/>
        </p:nvSpPr>
        <p:spPr>
          <a:xfrm xmlns:a="http://schemas.openxmlformats.org/drawingml/2006/main">
            <a:off x="552450" y="4572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1" i="0">
                <a:solidFill>
                  <a:srgbClr val="6DCBF4"/>
                </a:solidFill>
                <a:latin typeface="Noto Sans CJK TC"/>
                <a:ea typeface="Noto Sans CJK TC"/>
                <a:cs typeface="Noto Sans CJK TC"/>
              </a:defRPr>
            </a:pPr>
            <a:r>
              <a:rPr sz="1125" b="1" i="0">
                <a:solidFill>
                  <a:srgbClr val="6DCBF4"/>
                </a:solidFill>
                <a:latin typeface="Noto Sans CJK TC"/>
                <a:ea typeface="Noto Sans CJK TC"/>
                <a:cs typeface="Noto Sans CJK TC"/>
              </a:rPr>
              <a:t>1年間の結論</a:t>
            </a:r>
          </a:p>
        </p:txBody>
      </p:sp>
      <p:sp>
        <p:nvSpPr>
          <p:cNvPr id="2" name="">
            <a:extLst xmlns:a="http://schemas.openxmlformats.org/drawingml/2006/main">
              <a:ext uri="{FF2B5EF4-FFF2-40B4-BE49-F238E27FC236}">
                <a16:creationId xmlns:a16="http://schemas.microsoft.com/office/drawing/2014/main" id="{53648D09-9A91-407B-A7B0-5EE6D1DE0D9A}"/>
              </a:ext>
            </a:extLst>
          </p:cNvPr>
          <p:cNvSpPr>
            <a:spLocks xmlns:a="http://schemas.openxmlformats.org/drawingml/2006/main" noGrp="1"/>
          </p:cNvSpPr>
          <p:nvPr/>
        </p:nvSpPr>
        <p:spPr>
          <a:xfrm xmlns:a="http://schemas.openxmlformats.org/drawingml/2006/main">
            <a:off x="552450" y="1066800"/>
            <a:ext cx="1028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105"/>
          </a:bodyPr>
          <a:lstStyle xmlns:a="http://schemas.openxmlformats.org/drawingml/2006/main"/>
          <a:p xmlns:a="http://schemas.openxmlformats.org/drawingml/2006/main">
            <a:pPr algn="l">
              <a:lnSpc>
                <a:spcPct val="108000"/>
              </a:lnSpc>
              <a:buNone/>
              <a:defRPr sz="3225" b="1" i="0">
                <a:solidFill>
                  <a:srgbClr val="FFFFFF"/>
                </a:solidFill>
                <a:latin typeface="Noto Sans CJK TC"/>
                <a:ea typeface="Noto Sans CJK TC"/>
                <a:cs typeface="Noto Sans CJK TC"/>
              </a:defRPr>
            </a:pPr>
            <a:r>
              <a:rPr sz="3225" b="1" i="0">
                <a:solidFill>
                  <a:srgbClr val="FFFFFF"/>
                </a:solidFill>
                <a:latin typeface="Noto Sans CJK TC"/>
                <a:ea typeface="Noto Sans CJK TC"/>
                <a:cs typeface="Noto Sans CJK TC"/>
              </a:rPr>
              <a:t>この1年で本当に達成したのは、類人システムを</a:t>
            </a:r>
          </a:p>
          <a:p xmlns:a="http://schemas.openxmlformats.org/drawingml/2006/main">
            <a:pPr algn="l">
              <a:lnSpc>
                <a:spcPct val="108000"/>
              </a:lnSpc>
              <a:buNone/>
              <a:defRPr sz="3225" b="1" i="0">
                <a:solidFill>
                  <a:srgbClr val="FFFFFF"/>
                </a:solidFill>
                <a:latin typeface="Noto Sans CJK TC"/>
                <a:ea typeface="Noto Sans CJK TC"/>
                <a:cs typeface="Noto Sans CJK TC"/>
              </a:defRPr>
            </a:pPr>
            <a:r>
              <a:rPr sz="3225" b="1" i="0">
                <a:solidFill>
                  <a:srgbClr val="FFFFFF"/>
                </a:solidFill>
                <a:latin typeface="Noto Sans CJK TC"/>
                <a:ea typeface="Noto Sans CJK TC"/>
                <a:cs typeface="Noto Sans CJK TC"/>
              </a:rPr>
              <a:t>「機能展示」から「研究できる対象」へ進めたこと。</a:t>
            </a:r>
          </a:p>
        </p:txBody>
      </p:sp>
      <p:sp>
        <p:nvSpPr>
          <p:cNvPr id="3" name="">
            <a:extLst xmlns:a="http://schemas.openxmlformats.org/drawingml/2006/main">
              <a:ext uri="{FF2B5EF4-FFF2-40B4-BE49-F238E27FC236}">
                <a16:creationId xmlns:a16="http://schemas.microsoft.com/office/drawing/2014/main" id="{B9FD9E5D-3CF2-468B-ACF8-09B163DFAB34}"/>
              </a:ext>
            </a:extLst>
          </p:cNvPr>
          <p:cNvSpPr>
            <a:spLocks xmlns:a="http://schemas.openxmlformats.org/drawingml/2006/main" noGrp="1"/>
          </p:cNvSpPr>
          <p:nvPr/>
        </p:nvSpPr>
        <p:spPr>
          <a:xfrm xmlns:a="http://schemas.openxmlformats.org/drawingml/2006/main">
            <a:off x="552450" y="2724150"/>
            <a:ext cx="3333750" cy="1562100"/>
          </a:xfrm>
          <a:prstGeom xmlns:a="http://schemas.openxmlformats.org/drawingml/2006/main" prst="roundRect">
            <a:avLst>
              <a:gd name="adj" fmla="val 9756"/>
            </a:avLst>
          </a:prstGeom>
          <a:solidFill xmlns:a="http://schemas.openxmlformats.org/drawingml/2006/main">
            <a:srgbClr val="172A45"/>
          </a:solidFill>
          <a:ln xmlns:a="http://schemas.openxmlformats.org/drawingml/2006/main" w="9525">
            <a:solidFill>
              <a:srgbClr val="29486C"/>
            </a:solidFill>
            <a:prstDash val="solid"/>
          </a:ln>
        </p:spPr>
      </p:sp>
      <p:sp>
        <p:nvSpPr>
          <p:cNvPr id="4" name="">
            <a:extLst xmlns:a="http://schemas.openxmlformats.org/drawingml/2006/main">
              <a:ext uri="{FF2B5EF4-FFF2-40B4-BE49-F238E27FC236}">
                <a16:creationId xmlns:a16="http://schemas.microsoft.com/office/drawing/2014/main" id="{36F2F60A-0717-401C-8610-8A9CBBF5F9AE}"/>
              </a:ext>
            </a:extLst>
          </p:cNvPr>
          <p:cNvSpPr>
            <a:spLocks xmlns:a="http://schemas.openxmlformats.org/drawingml/2006/main" noGrp="1"/>
          </p:cNvSpPr>
          <p:nvPr/>
        </p:nvSpPr>
        <p:spPr>
          <a:xfrm xmlns:a="http://schemas.openxmlformats.org/drawingml/2006/main">
            <a:off x="781050" y="29527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6DCBF4"/>
                </a:solidFill>
                <a:latin typeface="Noto Sans CJK TC"/>
                <a:ea typeface="Noto Sans CJK TC"/>
                <a:cs typeface="Noto Sans CJK TC"/>
              </a:defRPr>
            </a:pPr>
            <a:r>
              <a:rPr sz="1725" b="1" i="0">
                <a:solidFill>
                  <a:srgbClr val="6DCBF4"/>
                </a:solidFill>
                <a:latin typeface="Noto Sans CJK TC"/>
                <a:ea typeface="Noto Sans CJK TC"/>
                <a:cs typeface="Noto Sans CJK TC"/>
              </a:rPr>
              <a:t>工学的成果</a:t>
            </a:r>
          </a:p>
        </p:txBody>
      </p:sp>
      <p:sp>
        <p:nvSpPr>
          <p:cNvPr id="5" name="">
            <a:extLst xmlns:a="http://schemas.openxmlformats.org/drawingml/2006/main">
              <a:ext uri="{FF2B5EF4-FFF2-40B4-BE49-F238E27FC236}">
                <a16:creationId xmlns:a16="http://schemas.microsoft.com/office/drawing/2014/main" id="{D99595DB-80A8-4AE8-B1C4-8BEA6E7F46EB}"/>
              </a:ext>
            </a:extLst>
          </p:cNvPr>
          <p:cNvSpPr>
            <a:spLocks xmlns:a="http://schemas.openxmlformats.org/drawingml/2006/main" noGrp="1"/>
          </p:cNvSpPr>
          <p:nvPr/>
        </p:nvSpPr>
        <p:spPr>
          <a:xfrm xmlns:a="http://schemas.openxmlformats.org/drawingml/2006/main">
            <a:off x="781050" y="344805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i="0">
                <a:solidFill>
                  <a:srgbClr val="C3D4E7"/>
                </a:solidFill>
                <a:latin typeface="Noto Sans CJK TC"/>
                <a:ea typeface="Noto Sans CJK TC"/>
                <a:cs typeface="Noto Sans CJK TC"/>
              </a:defRPr>
            </a:pPr>
            <a:r>
              <a:rPr sz="1275" b="0" i="0">
                <a:solidFill>
                  <a:srgbClr val="C3D4E7"/>
                </a:solidFill>
                <a:latin typeface="Noto Sans CJK TC"/>
                <a:ea typeface="Noto Sans CJK TC"/>
                <a:cs typeface="Noto Sans CJK TC"/>
              </a:rPr>
              <a:t>日本語対話・長期記憶・人格／関係状態・ノードグラフ・50ターンテスト</a:t>
            </a:r>
          </a:p>
        </p:txBody>
      </p:sp>
      <p:sp>
        <p:nvSpPr>
          <p:cNvPr id="6" name="">
            <a:extLst xmlns:a="http://schemas.openxmlformats.org/drawingml/2006/main">
              <a:ext uri="{FF2B5EF4-FFF2-40B4-BE49-F238E27FC236}">
                <a16:creationId xmlns:a16="http://schemas.microsoft.com/office/drawing/2014/main" id="{F309EB65-B182-48CC-AE7E-D2A4295709F2}"/>
              </a:ext>
            </a:extLst>
          </p:cNvPr>
          <p:cNvSpPr>
            <a:spLocks xmlns:a="http://schemas.openxmlformats.org/drawingml/2006/main" noGrp="1"/>
          </p:cNvSpPr>
          <p:nvPr/>
        </p:nvSpPr>
        <p:spPr>
          <a:xfrm xmlns:a="http://schemas.openxmlformats.org/drawingml/2006/main">
            <a:off x="4286250" y="2724150"/>
            <a:ext cx="3333750" cy="1562100"/>
          </a:xfrm>
          <a:prstGeom xmlns:a="http://schemas.openxmlformats.org/drawingml/2006/main" prst="roundRect">
            <a:avLst>
              <a:gd name="adj" fmla="val 9756"/>
            </a:avLst>
          </a:prstGeom>
          <a:solidFill xmlns:a="http://schemas.openxmlformats.org/drawingml/2006/main">
            <a:srgbClr val="172A45"/>
          </a:solidFill>
          <a:ln xmlns:a="http://schemas.openxmlformats.org/drawingml/2006/main" w="9525">
            <a:solidFill>
              <a:srgbClr val="29486C"/>
            </a:solidFill>
            <a:prstDash val="solid"/>
          </a:ln>
        </p:spPr>
      </p:sp>
      <p:sp>
        <p:nvSpPr>
          <p:cNvPr id="7" name="">
            <a:extLst xmlns:a="http://schemas.openxmlformats.org/drawingml/2006/main">
              <a:ext uri="{FF2B5EF4-FFF2-40B4-BE49-F238E27FC236}">
                <a16:creationId xmlns:a16="http://schemas.microsoft.com/office/drawing/2014/main" id="{6AE5C908-68F7-485D-9DB1-C92DA10B12CC}"/>
              </a:ext>
            </a:extLst>
          </p:cNvPr>
          <p:cNvSpPr>
            <a:spLocks xmlns:a="http://schemas.openxmlformats.org/drawingml/2006/main" noGrp="1"/>
          </p:cNvSpPr>
          <p:nvPr/>
        </p:nvSpPr>
        <p:spPr>
          <a:xfrm xmlns:a="http://schemas.openxmlformats.org/drawingml/2006/main">
            <a:off x="4514850" y="29527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6DCBF4"/>
                </a:solidFill>
                <a:latin typeface="Noto Sans CJK TC"/>
                <a:ea typeface="Noto Sans CJK TC"/>
                <a:cs typeface="Noto Sans CJK TC"/>
              </a:defRPr>
            </a:pPr>
            <a:r>
              <a:rPr sz="1725" b="1" i="0">
                <a:solidFill>
                  <a:srgbClr val="6DCBF4"/>
                </a:solidFill>
                <a:latin typeface="Noto Sans CJK TC"/>
                <a:ea typeface="Noto Sans CJK TC"/>
                <a:cs typeface="Noto Sans CJK TC"/>
              </a:rPr>
              <a:t>研究成果</a:t>
            </a:r>
          </a:p>
        </p:txBody>
      </p:sp>
      <p:sp>
        <p:nvSpPr>
          <p:cNvPr id="8" name="">
            <a:extLst xmlns:a="http://schemas.openxmlformats.org/drawingml/2006/main">
              <a:ext uri="{FF2B5EF4-FFF2-40B4-BE49-F238E27FC236}">
                <a16:creationId xmlns:a16="http://schemas.microsoft.com/office/drawing/2014/main" id="{07FD6E45-8045-479A-8F7D-A1C511EBC7CA}"/>
              </a:ext>
            </a:extLst>
          </p:cNvPr>
          <p:cNvSpPr>
            <a:spLocks xmlns:a="http://schemas.openxmlformats.org/drawingml/2006/main" noGrp="1"/>
          </p:cNvSpPr>
          <p:nvPr/>
        </p:nvSpPr>
        <p:spPr>
          <a:xfrm xmlns:a="http://schemas.openxmlformats.org/drawingml/2006/main">
            <a:off x="4514850" y="344805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20000"/>
              </a:lnSpc>
              <a:buNone/>
              <a:defRPr sz="1275" b="0" i="0">
                <a:solidFill>
                  <a:srgbClr val="C3D4E7"/>
                </a:solidFill>
                <a:latin typeface="Noto Sans CJK TC"/>
                <a:ea typeface="Noto Sans CJK TC"/>
                <a:cs typeface="Noto Sans CJK TC"/>
              </a:defRPr>
            </a:pPr>
            <a:r>
              <a:rPr sz="1275" b="0" i="0">
                <a:solidFill>
                  <a:srgbClr val="C3D4E7"/>
                </a:solidFill>
                <a:latin typeface="Noto Sans CJK TC"/>
                <a:ea typeface="Noto Sans CJK TC"/>
                <a:cs typeface="Noto Sans CJK TC"/>
              </a:rPr>
              <a:t>時間分割・強いベースライン・アブレーション・介入・転移・公開ベンチマーク・事前登録</a:t>
            </a:r>
          </a:p>
        </p:txBody>
      </p:sp>
      <p:sp>
        <p:nvSpPr>
          <p:cNvPr id="9" name="">
            <a:extLst xmlns:a="http://schemas.openxmlformats.org/drawingml/2006/main">
              <a:ext uri="{FF2B5EF4-FFF2-40B4-BE49-F238E27FC236}">
                <a16:creationId xmlns:a16="http://schemas.microsoft.com/office/drawing/2014/main" id="{70A47D14-C29F-4BE3-BD0F-6ACD772F0176}"/>
              </a:ext>
            </a:extLst>
          </p:cNvPr>
          <p:cNvSpPr>
            <a:spLocks xmlns:a="http://schemas.openxmlformats.org/drawingml/2006/main" noGrp="1"/>
          </p:cNvSpPr>
          <p:nvPr/>
        </p:nvSpPr>
        <p:spPr>
          <a:xfrm xmlns:a="http://schemas.openxmlformats.org/drawingml/2006/main">
            <a:off x="8020050" y="2724150"/>
            <a:ext cx="3333750" cy="1562100"/>
          </a:xfrm>
          <a:prstGeom xmlns:a="http://schemas.openxmlformats.org/drawingml/2006/main" prst="roundRect">
            <a:avLst>
              <a:gd name="adj" fmla="val 9756"/>
            </a:avLst>
          </a:prstGeom>
          <a:solidFill xmlns:a="http://schemas.openxmlformats.org/drawingml/2006/main">
            <a:srgbClr val="172A45"/>
          </a:solidFill>
          <a:ln xmlns:a="http://schemas.openxmlformats.org/drawingml/2006/main" w="9525">
            <a:solidFill>
              <a:srgbClr val="29486C"/>
            </a:solidFill>
            <a:prstDash val="solid"/>
          </a:ln>
        </p:spPr>
      </p:sp>
      <p:sp>
        <p:nvSpPr>
          <p:cNvPr id="10" name="">
            <a:extLst xmlns:a="http://schemas.openxmlformats.org/drawingml/2006/main">
              <a:ext uri="{FF2B5EF4-FFF2-40B4-BE49-F238E27FC236}">
                <a16:creationId xmlns:a16="http://schemas.microsoft.com/office/drawing/2014/main" id="{01DF2965-9447-4CD4-96E8-D9E15DA2CCEC}"/>
              </a:ext>
            </a:extLst>
          </p:cNvPr>
          <p:cNvSpPr>
            <a:spLocks xmlns:a="http://schemas.openxmlformats.org/drawingml/2006/main" noGrp="1"/>
          </p:cNvSpPr>
          <p:nvPr/>
        </p:nvSpPr>
        <p:spPr>
          <a:xfrm xmlns:a="http://schemas.openxmlformats.org/drawingml/2006/main">
            <a:off x="8248650" y="2952750"/>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725" b="1" i="0">
                <a:solidFill>
                  <a:srgbClr val="8DE0B2"/>
                </a:solidFill>
                <a:latin typeface="Noto Sans CJK TC"/>
                <a:ea typeface="Noto Sans CJK TC"/>
                <a:cs typeface="Noto Sans CJK TC"/>
              </a:defRPr>
            </a:pPr>
            <a:r>
              <a:rPr sz="1725" b="1" i="0">
                <a:solidFill>
                  <a:srgbClr val="8DE0B2"/>
                </a:solidFill>
                <a:latin typeface="Noto Sans CJK TC"/>
                <a:ea typeface="Noto Sans CJK TC"/>
                <a:cs typeface="Noto Sans CJK TC"/>
              </a:rPr>
              <a:t>正式な正の結果</a:t>
            </a:r>
          </a:p>
        </p:txBody>
      </p:sp>
      <p:sp>
        <p:nvSpPr>
          <p:cNvPr id="11" name="">
            <a:extLst xmlns:a="http://schemas.openxmlformats.org/drawingml/2006/main">
              <a:ext uri="{FF2B5EF4-FFF2-40B4-BE49-F238E27FC236}">
                <a16:creationId xmlns:a16="http://schemas.microsoft.com/office/drawing/2014/main" id="{697F3E22-7A45-4493-AC09-094D61B27601}"/>
              </a:ext>
            </a:extLst>
          </p:cNvPr>
          <p:cNvSpPr>
            <a:spLocks xmlns:a="http://schemas.openxmlformats.org/drawingml/2006/main" noGrp="1"/>
          </p:cNvSpPr>
          <p:nvPr/>
        </p:nvSpPr>
        <p:spPr>
          <a:xfrm xmlns:a="http://schemas.openxmlformats.org/drawingml/2006/main">
            <a:off x="8248650" y="344805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75" b="0" i="0">
                <a:solidFill>
                  <a:srgbClr val="C3D4E7"/>
                </a:solidFill>
                <a:latin typeface="Noto Sans CJK TC"/>
                <a:ea typeface="Noto Sans CJK TC"/>
                <a:cs typeface="Noto Sans CJK TC"/>
              </a:defRPr>
            </a:pPr>
            <a:r>
              <a:rPr sz="1275" b="0" i="0">
                <a:solidFill>
                  <a:srgbClr val="C3D4E7"/>
                </a:solidFill>
                <a:latin typeface="Noto Sans CJK TC"/>
                <a:ea typeface="Noto Sans CJK TC"/>
                <a:cs typeface="Noto Sans CJK TC"/>
              </a:rPr>
              <a:t>M15：新規T13 300件、Ours 68.7% 対 Generic 52.7%</a:t>
            </a:r>
          </a:p>
        </p:txBody>
      </p:sp>
      <p:sp>
        <p:nvSpPr>
          <p:cNvPr id="12" name="">
            <a:extLst xmlns:a="http://schemas.openxmlformats.org/drawingml/2006/main">
              <a:ext uri="{FF2B5EF4-FFF2-40B4-BE49-F238E27FC236}">
                <a16:creationId xmlns:a16="http://schemas.microsoft.com/office/drawing/2014/main" id="{C0F3870E-F8C0-4235-A364-7F543FB8E22C}"/>
              </a:ext>
            </a:extLst>
          </p:cNvPr>
          <p:cNvSpPr>
            <a:spLocks xmlns:a="http://schemas.openxmlformats.org/drawingml/2006/main" noGrp="1"/>
          </p:cNvSpPr>
          <p:nvPr/>
        </p:nvSpPr>
        <p:spPr>
          <a:xfrm xmlns:a="http://schemas.openxmlformats.org/drawingml/2006/main">
            <a:off x="552450" y="48101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l">
              <a:lnSpc>
                <a:spcPct val="116000"/>
              </a:lnSpc>
              <a:buNone/>
              <a:defRPr sz="1575" b="1" i="0">
                <a:solidFill>
                  <a:srgbClr val="6DCBF4"/>
                </a:solidFill>
                <a:latin typeface="Noto Sans CJK TC"/>
                <a:ea typeface="Noto Sans CJK TC"/>
                <a:cs typeface="Noto Sans CJK TC"/>
              </a:defRPr>
            </a:pPr>
            <a:r>
              <a:rPr sz="1575" b="1" i="0">
                <a:solidFill>
                  <a:srgbClr val="6DCBF4"/>
                </a:solidFill>
                <a:latin typeface="Noto Sans CJK TC"/>
                <a:ea typeface="Noto Sans CJK TC"/>
                <a:cs typeface="Noto Sans CJK TC"/>
              </a:rPr>
              <a:t>次の段階</a:t>
            </a:r>
          </a:p>
        </p:txBody>
      </p:sp>
      <p:sp>
        <p:nvSpPr>
          <p:cNvPr id="13" name="">
            <a:extLst xmlns:a="http://schemas.openxmlformats.org/drawingml/2006/main">
              <a:ext uri="{FF2B5EF4-FFF2-40B4-BE49-F238E27FC236}">
                <a16:creationId xmlns:a16="http://schemas.microsoft.com/office/drawing/2014/main" id="{26EA017A-646F-4B3E-9DAB-80D640E2FFA1}"/>
              </a:ext>
            </a:extLst>
          </p:cNvPr>
          <p:cNvSpPr>
            <a:spLocks xmlns:a="http://schemas.openxmlformats.org/drawingml/2006/main" noGrp="1"/>
          </p:cNvSpPr>
          <p:nvPr/>
        </p:nvSpPr>
        <p:spPr>
          <a:xfrm xmlns:a="http://schemas.openxmlformats.org/drawingml/2006/main">
            <a:off x="552450" y="5238750"/>
            <a:ext cx="1108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1" i="0">
                <a:solidFill>
                  <a:srgbClr val="FFFFFF"/>
                </a:solidFill>
                <a:latin typeface="Noto Sans CJK TC"/>
                <a:ea typeface="Noto Sans CJK TC"/>
                <a:cs typeface="Noto Sans CJK TC"/>
              </a:defRPr>
            </a:pPr>
            <a:r>
              <a:rPr sz="1500" b="1" i="0">
                <a:solidFill>
                  <a:srgbClr val="FFFFFF"/>
                </a:solidFill>
                <a:latin typeface="Noto Sans CJK TC"/>
                <a:ea typeface="Noto Sans CJK TC"/>
                <a:cs typeface="Noto Sans CJK TC"/>
              </a:rPr>
              <a:t>1. トークン数一致対照　2. 複数モデルと選択肢順　3. 複数ターンの暗黙要求修正　4. Uruha時系列データの正解値</a:t>
            </a:r>
          </a:p>
        </p:txBody>
      </p:sp>
      <p:sp>
        <p:nvSpPr>
          <p:cNvPr id="14" name="">
            <a:extLst xmlns:a="http://schemas.openxmlformats.org/drawingml/2006/main">
              <a:ext uri="{FF2B5EF4-FFF2-40B4-BE49-F238E27FC236}">
                <a16:creationId xmlns:a16="http://schemas.microsoft.com/office/drawing/2014/main" id="{AC3D7790-300F-426F-965D-6AF6200797C8}"/>
              </a:ext>
            </a:extLst>
          </p:cNvPr>
          <p:cNvSpPr>
            <a:spLocks xmlns:a="http://schemas.openxmlformats.org/drawingml/2006/main" noGrp="1"/>
          </p:cNvSpPr>
          <p:nvPr/>
        </p:nvSpPr>
        <p:spPr>
          <a:xfrm xmlns:a="http://schemas.openxmlformats.org/drawingml/2006/main">
            <a:off x="552450" y="6019800"/>
            <a:ext cx="1108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725" b="1" i="0">
                <a:solidFill>
                  <a:srgbClr val="6DCBF4"/>
                </a:solidFill>
                <a:latin typeface="Noto Sans CJK TC"/>
                <a:ea typeface="Noto Sans CJK TC"/>
                <a:cs typeface="Noto Sans CJK TC"/>
              </a:defRPr>
            </a:pPr>
            <a:r>
              <a:rPr sz="1725" b="1" i="0">
                <a:solidFill>
                  <a:srgbClr val="6DCBF4"/>
                </a:solidFill>
                <a:latin typeface="Noto Sans CJK TC"/>
                <a:ea typeface="Noto Sans CJK TC"/>
                <a:cs typeface="Noto Sans CJK TC"/>
              </a:rPr>
              <a:t>最初の夢は消えていない。今は、一歩ずつ検証できる道がある。</a:t>
            </a:r>
          </a:p>
        </p:txBody>
      </p:sp>
    </p:spTree>
    <p:extLst>
      <p:ext uri="{BB962C8B-B14F-4D97-AF65-F5344CB8AC3E}">
        <p14:creationId xmlns:p14="http://schemas.microsoft.com/office/powerpoint/2010/main" val="1690859550"/>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DDFCC50-D3E5-4A83-96C2-9CEB8F8CE8F0}"/>
              </a:ext>
            </a:extLst>
          </p:cNvPr>
          <p:cNvSpPr>
            <a:spLocks xmlns:a="http://schemas.openxmlformats.org/drawingml/2006/main" noGrp="1"/>
          </p:cNvSpPr>
          <p:nvPr/>
        </p:nvSpPr>
        <p:spPr>
          <a:xfrm xmlns:a="http://schemas.openxmlformats.org/drawingml/2006/main">
            <a:off x="457200" y="28575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050" b="1" i="0">
                <a:solidFill>
                  <a:srgbClr val="3D8DFF"/>
                </a:solidFill>
                <a:latin typeface="Noto Sans CJK TC"/>
                <a:ea typeface="Noto Sans CJK TC"/>
                <a:cs typeface="Noto Sans CJK TC"/>
              </a:defRPr>
            </a:pPr>
            <a:r>
              <a:rPr sz="1050" b="1" i="0">
                <a:solidFill>
                  <a:srgbClr val="3D8DFF"/>
                </a:solidFill>
                <a:latin typeface="Noto Sans CJK TC"/>
                <a:ea typeface="Noto Sans CJK TC"/>
                <a:cs typeface="Noto Sans CJK TC"/>
              </a:rPr>
              <a:t>参考文献・予備</a:t>
            </a:r>
          </a:p>
        </p:txBody>
      </p:sp>
      <p:sp>
        <p:nvSpPr>
          <p:cNvPr id="2" name="">
            <a:extLst xmlns:a="http://schemas.openxmlformats.org/drawingml/2006/main">
              <a:ext uri="{FF2B5EF4-FFF2-40B4-BE49-F238E27FC236}">
                <a16:creationId xmlns:a16="http://schemas.microsoft.com/office/drawing/2014/main" id="{880D4EEB-5E14-45B2-9C89-8996BB4F9474}"/>
              </a:ext>
            </a:extLst>
          </p:cNvPr>
          <p:cNvSpPr>
            <a:spLocks xmlns:a="http://schemas.openxmlformats.org/drawingml/2006/main" noGrp="1"/>
          </p:cNvSpPr>
          <p:nvPr/>
        </p:nvSpPr>
        <p:spPr>
          <a:xfrm xmlns:a="http://schemas.openxmlformats.org/drawingml/2006/main">
            <a:off x="457200" y="571500"/>
            <a:ext cx="11144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2850" b="1" i="0">
                <a:solidFill>
                  <a:srgbClr val="0B1220"/>
                </a:solidFill>
                <a:latin typeface="Noto Sans CJK TC"/>
                <a:ea typeface="Noto Sans CJK TC"/>
                <a:cs typeface="Noto Sans CJK TC"/>
              </a:defRPr>
            </a:pPr>
            <a:r>
              <a:rPr sz="2850" b="1" i="0">
                <a:solidFill>
                  <a:srgbClr val="0B1220"/>
                </a:solidFill>
                <a:latin typeface="Noto Sans CJK TC"/>
                <a:ea typeface="Noto Sans CJK TC"/>
                <a:cs typeface="Noto Sans CJK TC"/>
              </a:rPr>
              <a:t>主要参考文献（予備スライド）</a:t>
            </a:r>
          </a:p>
        </p:txBody>
      </p:sp>
      <p:sp>
        <p:nvSpPr>
          <p:cNvPr id="3" name="">
            <a:extLst xmlns:a="http://schemas.openxmlformats.org/drawingml/2006/main">
              <a:ext uri="{FF2B5EF4-FFF2-40B4-BE49-F238E27FC236}">
                <a16:creationId xmlns:a16="http://schemas.microsoft.com/office/drawing/2014/main" id="{59811182-79B3-4ECF-9708-29E85259D2E0}"/>
              </a:ext>
            </a:extLst>
          </p:cNvPr>
          <p:cNvSpPr>
            <a:spLocks xmlns:a="http://schemas.openxmlformats.org/drawingml/2006/main" noGrp="1"/>
          </p:cNvSpPr>
          <p:nvPr/>
        </p:nvSpPr>
        <p:spPr>
          <a:xfrm xmlns:a="http://schemas.openxmlformats.org/drawingml/2006/main">
            <a:off x="457200" y="6477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900" b="1" i="0">
                <a:solidFill>
                  <a:srgbClr val="8D97A6"/>
                </a:solidFill>
                <a:latin typeface="Noto Sans CJK TC"/>
                <a:ea typeface="Noto Sans CJK TC"/>
                <a:cs typeface="Noto Sans CJK TC"/>
              </a:defRPr>
            </a:pPr>
            <a:r>
              <a:rPr sz="900" b="1" i="0">
                <a:solidFill>
                  <a:srgbClr val="8D97A6"/>
                </a:solidFill>
                <a:latin typeface="Noto Sans CJK TC"/>
                <a:ea typeface="Noto Sans CJK TC"/>
                <a:cs typeface="Noto Sans CJK TC"/>
              </a:rPr>
              <a:t>URUHA BRAIN・1年間研究報告</a:t>
            </a:r>
          </a:p>
        </p:txBody>
      </p:sp>
      <p:sp>
        <p:nvSpPr>
          <p:cNvPr id="4" name="">
            <a:extLst xmlns:a="http://schemas.openxmlformats.org/drawingml/2006/main">
              <a:ext uri="{FF2B5EF4-FFF2-40B4-BE49-F238E27FC236}">
                <a16:creationId xmlns:a16="http://schemas.microsoft.com/office/drawing/2014/main" id="{EB108E29-3E7B-4490-8509-BC2D2C6E1244}"/>
              </a:ext>
            </a:extLst>
          </p:cNvPr>
          <p:cNvSpPr>
            <a:spLocks xmlns:a="http://schemas.openxmlformats.org/drawingml/2006/main" noGrp="1"/>
          </p:cNvSpPr>
          <p:nvPr/>
        </p:nvSpPr>
        <p:spPr>
          <a:xfrm xmlns:a="http://schemas.openxmlformats.org/drawingml/2006/main">
            <a:off x="11239500" y="64484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6000"/>
              </a:lnSpc>
              <a:buNone/>
              <a:defRPr sz="1050" b="1" i="0">
                <a:solidFill>
                  <a:srgbClr val="8D97A6"/>
                </a:solidFill>
                <a:latin typeface="Noto Sans CJK TC"/>
                <a:ea typeface="Noto Sans CJK TC"/>
                <a:cs typeface="Noto Sans CJK TC"/>
              </a:defRPr>
            </a:pPr>
            <a:r>
              <a:rPr sz="1050" b="1" i="0">
                <a:solidFill>
                  <a:srgbClr val="8D97A6"/>
                </a:solidFill>
                <a:latin typeface="Noto Sans CJK TC"/>
                <a:ea typeface="Noto Sans CJK TC"/>
                <a:cs typeface="Noto Sans CJK TC"/>
              </a:rPr>
              <a:t>21</a:t>
            </a:r>
          </a:p>
        </p:txBody>
      </p:sp>
      <p:sp>
        <p:nvSpPr>
          <p:cNvPr id="5" name="">
            <a:extLst xmlns:a="http://schemas.openxmlformats.org/drawingml/2006/main">
              <a:ext uri="{FF2B5EF4-FFF2-40B4-BE49-F238E27FC236}">
                <a16:creationId xmlns:a16="http://schemas.microsoft.com/office/drawing/2014/main" id="{1ABDEC54-E9D8-4665-9A02-B2B80961ED56}"/>
              </a:ext>
            </a:extLst>
          </p:cNvPr>
          <p:cNvSpPr>
            <a:spLocks xmlns:a="http://schemas.openxmlformats.org/drawingml/2006/main" noGrp="1"/>
          </p:cNvSpPr>
          <p:nvPr/>
        </p:nvSpPr>
        <p:spPr>
          <a:xfrm xmlns:a="http://schemas.openxmlformats.org/drawingml/2006/main">
            <a:off x="533400" y="19812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6" name="">
            <a:extLst xmlns:a="http://schemas.openxmlformats.org/drawingml/2006/main">
              <a:ext uri="{FF2B5EF4-FFF2-40B4-BE49-F238E27FC236}">
                <a16:creationId xmlns:a16="http://schemas.microsoft.com/office/drawing/2014/main" id="{A74313BF-ABE3-406A-8953-863FDB4D1131}"/>
              </a:ext>
            </a:extLst>
          </p:cNvPr>
          <p:cNvSpPr>
            <a:spLocks xmlns:a="http://schemas.openxmlformats.org/drawingml/2006/main" noGrp="1"/>
          </p:cNvSpPr>
          <p:nvPr/>
        </p:nvSpPr>
        <p:spPr>
          <a:xfrm xmlns:a="http://schemas.openxmlformats.org/drawingml/2006/main">
            <a:off x="609600" y="14668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Sravanthi et al. (2024)</a:t>
            </a:r>
          </a:p>
        </p:txBody>
      </p:sp>
      <p:sp>
        <p:nvSpPr>
          <p:cNvPr id="7" name="">
            <a:extLst xmlns:a="http://schemas.openxmlformats.org/drawingml/2006/main">
              <a:ext uri="{FF2B5EF4-FFF2-40B4-BE49-F238E27FC236}">
                <a16:creationId xmlns:a16="http://schemas.microsoft.com/office/drawing/2014/main" id="{82F6F485-88AA-4A59-A6DB-7425E6AFC981}"/>
              </a:ext>
            </a:extLst>
          </p:cNvPr>
          <p:cNvSpPr>
            <a:spLocks xmlns:a="http://schemas.openxmlformats.org/drawingml/2006/main" noGrp="1"/>
          </p:cNvSpPr>
          <p:nvPr/>
        </p:nvSpPr>
        <p:spPr>
          <a:xfrm xmlns:a="http://schemas.openxmlformats.org/drawingml/2006/main">
            <a:off x="3714750" y="1466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PUB: A Pragmatics Understanding Benchmark…</a:t>
            </a:r>
          </a:p>
        </p:txBody>
      </p:sp>
      <p:sp>
        <p:nvSpPr>
          <p:cNvPr id="8" name="">
            <a:extLst xmlns:a="http://schemas.openxmlformats.org/drawingml/2006/main">
              <a:ext uri="{FF2B5EF4-FFF2-40B4-BE49-F238E27FC236}">
                <a16:creationId xmlns:a16="http://schemas.microsoft.com/office/drawing/2014/main" id="{CEC38D07-7B6D-411F-94E3-8C20ADA09E54}"/>
              </a:ext>
            </a:extLst>
          </p:cNvPr>
          <p:cNvSpPr>
            <a:spLocks xmlns:a="http://schemas.openxmlformats.org/drawingml/2006/main" noGrp="1"/>
          </p:cNvSpPr>
          <p:nvPr/>
        </p:nvSpPr>
        <p:spPr>
          <a:xfrm xmlns:a="http://schemas.openxmlformats.org/drawingml/2006/main">
            <a:off x="9144000" y="14668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PUB T13 語用データ</a:t>
            </a:r>
          </a:p>
        </p:txBody>
      </p:sp>
      <p:sp>
        <p:nvSpPr>
          <p:cNvPr id="9" name="">
            <a:extLst xmlns:a="http://schemas.openxmlformats.org/drawingml/2006/main">
              <a:ext uri="{FF2B5EF4-FFF2-40B4-BE49-F238E27FC236}">
                <a16:creationId xmlns:a16="http://schemas.microsoft.com/office/drawing/2014/main" id="{04DBBACF-EB07-4F86-93EA-3F0ADA44F2C1}"/>
              </a:ext>
            </a:extLst>
          </p:cNvPr>
          <p:cNvSpPr>
            <a:spLocks xmlns:a="http://schemas.openxmlformats.org/drawingml/2006/main" noGrp="1"/>
          </p:cNvSpPr>
          <p:nvPr/>
        </p:nvSpPr>
        <p:spPr>
          <a:xfrm xmlns:a="http://schemas.openxmlformats.org/drawingml/2006/main">
            <a:off x="533400" y="26289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0" name="">
            <a:extLst xmlns:a="http://schemas.openxmlformats.org/drawingml/2006/main">
              <a:ext uri="{FF2B5EF4-FFF2-40B4-BE49-F238E27FC236}">
                <a16:creationId xmlns:a16="http://schemas.microsoft.com/office/drawing/2014/main" id="{AC42FFC3-4ABE-4550-9E28-8CB6E9D573E8}"/>
              </a:ext>
            </a:extLst>
          </p:cNvPr>
          <p:cNvSpPr>
            <a:spLocks xmlns:a="http://schemas.openxmlformats.org/drawingml/2006/main" noGrp="1"/>
          </p:cNvSpPr>
          <p:nvPr/>
        </p:nvSpPr>
        <p:spPr>
          <a:xfrm xmlns:a="http://schemas.openxmlformats.org/drawingml/2006/main">
            <a:off x="609600" y="2114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Maharana et al. (2024)</a:t>
            </a:r>
          </a:p>
        </p:txBody>
      </p:sp>
      <p:sp>
        <p:nvSpPr>
          <p:cNvPr id="11" name="">
            <a:extLst xmlns:a="http://schemas.openxmlformats.org/drawingml/2006/main">
              <a:ext uri="{FF2B5EF4-FFF2-40B4-BE49-F238E27FC236}">
                <a16:creationId xmlns:a16="http://schemas.microsoft.com/office/drawing/2014/main" id="{1C2E84EE-F3C7-4E89-B29D-3B22A8CF7B32}"/>
              </a:ext>
            </a:extLst>
          </p:cNvPr>
          <p:cNvSpPr>
            <a:spLocks xmlns:a="http://schemas.openxmlformats.org/drawingml/2006/main" noGrp="1"/>
          </p:cNvSpPr>
          <p:nvPr/>
        </p:nvSpPr>
        <p:spPr>
          <a:xfrm xmlns:a="http://schemas.openxmlformats.org/drawingml/2006/main">
            <a:off x="3714750" y="21145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Evaluating Very Long-Term Conversational Memory…</a:t>
            </a:r>
          </a:p>
        </p:txBody>
      </p:sp>
      <p:sp>
        <p:nvSpPr>
          <p:cNvPr id="12" name="">
            <a:extLst xmlns:a="http://schemas.openxmlformats.org/drawingml/2006/main">
              <a:ext uri="{FF2B5EF4-FFF2-40B4-BE49-F238E27FC236}">
                <a16:creationId xmlns:a16="http://schemas.microsoft.com/office/drawing/2014/main" id="{D8160B0E-CB3B-4F77-B7B2-A25FBBF45DF3}"/>
              </a:ext>
            </a:extLst>
          </p:cNvPr>
          <p:cNvSpPr>
            <a:spLocks xmlns:a="http://schemas.openxmlformats.org/drawingml/2006/main" noGrp="1"/>
          </p:cNvSpPr>
          <p:nvPr/>
        </p:nvSpPr>
        <p:spPr>
          <a:xfrm xmlns:a="http://schemas.openxmlformats.org/drawingml/2006/main">
            <a:off x="9144000" y="2114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長期記憶課題</a:t>
            </a:r>
          </a:p>
        </p:txBody>
      </p:sp>
      <p:sp>
        <p:nvSpPr>
          <p:cNvPr id="13" name="">
            <a:extLst xmlns:a="http://schemas.openxmlformats.org/drawingml/2006/main">
              <a:ext uri="{FF2B5EF4-FFF2-40B4-BE49-F238E27FC236}">
                <a16:creationId xmlns:a16="http://schemas.microsoft.com/office/drawing/2014/main" id="{9A75A9DD-3979-484A-A9E9-B595234A0620}"/>
              </a:ext>
            </a:extLst>
          </p:cNvPr>
          <p:cNvSpPr>
            <a:spLocks xmlns:a="http://schemas.openxmlformats.org/drawingml/2006/main" noGrp="1"/>
          </p:cNvSpPr>
          <p:nvPr/>
        </p:nvSpPr>
        <p:spPr>
          <a:xfrm xmlns:a="http://schemas.openxmlformats.org/drawingml/2006/main">
            <a:off x="533400" y="32766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4" name="">
            <a:extLst xmlns:a="http://schemas.openxmlformats.org/drawingml/2006/main">
              <a:ext uri="{FF2B5EF4-FFF2-40B4-BE49-F238E27FC236}">
                <a16:creationId xmlns:a16="http://schemas.microsoft.com/office/drawing/2014/main" id="{9FEBB1F3-F3E3-417E-AACC-5B828CE6684F}"/>
              </a:ext>
            </a:extLst>
          </p:cNvPr>
          <p:cNvSpPr>
            <a:spLocks xmlns:a="http://schemas.openxmlformats.org/drawingml/2006/main" noGrp="1"/>
          </p:cNvSpPr>
          <p:nvPr/>
        </p:nvSpPr>
        <p:spPr>
          <a:xfrm xmlns:a="http://schemas.openxmlformats.org/drawingml/2006/main">
            <a:off x="609600" y="27622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Gneiting &amp; Raftery (2007)</a:t>
            </a:r>
          </a:p>
        </p:txBody>
      </p:sp>
      <p:sp>
        <p:nvSpPr>
          <p:cNvPr id="15" name="">
            <a:extLst xmlns:a="http://schemas.openxmlformats.org/drawingml/2006/main">
              <a:ext uri="{FF2B5EF4-FFF2-40B4-BE49-F238E27FC236}">
                <a16:creationId xmlns:a16="http://schemas.microsoft.com/office/drawing/2014/main" id="{0389E038-5EFF-438D-A273-65D1BEAF2A81}"/>
              </a:ext>
            </a:extLst>
          </p:cNvPr>
          <p:cNvSpPr>
            <a:spLocks xmlns:a="http://schemas.openxmlformats.org/drawingml/2006/main" noGrp="1"/>
          </p:cNvSpPr>
          <p:nvPr/>
        </p:nvSpPr>
        <p:spPr>
          <a:xfrm xmlns:a="http://schemas.openxmlformats.org/drawingml/2006/main">
            <a:off x="3714750" y="2762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Strictly Proper Scoring Rules…</a:t>
            </a:r>
          </a:p>
        </p:txBody>
      </p:sp>
      <p:sp>
        <p:nvSpPr>
          <p:cNvPr id="16" name="">
            <a:extLst xmlns:a="http://schemas.openxmlformats.org/drawingml/2006/main">
              <a:ext uri="{FF2B5EF4-FFF2-40B4-BE49-F238E27FC236}">
                <a16:creationId xmlns:a16="http://schemas.microsoft.com/office/drawing/2014/main" id="{021F55DE-66BC-4B43-BA05-55CFDCF02DB6}"/>
              </a:ext>
            </a:extLst>
          </p:cNvPr>
          <p:cNvSpPr>
            <a:spLocks xmlns:a="http://schemas.openxmlformats.org/drawingml/2006/main" noGrp="1"/>
          </p:cNvSpPr>
          <p:nvPr/>
        </p:nvSpPr>
        <p:spPr>
          <a:xfrm xmlns:a="http://schemas.openxmlformats.org/drawingml/2006/main">
            <a:off x="9144000" y="2762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Brier / NLL</a:t>
            </a:r>
          </a:p>
        </p:txBody>
      </p:sp>
      <p:sp>
        <p:nvSpPr>
          <p:cNvPr id="17" name="">
            <a:extLst xmlns:a="http://schemas.openxmlformats.org/drawingml/2006/main">
              <a:ext uri="{FF2B5EF4-FFF2-40B4-BE49-F238E27FC236}">
                <a16:creationId xmlns:a16="http://schemas.microsoft.com/office/drawing/2014/main" id="{2D7DC1D9-B5C2-45C6-B776-44599D88BCE3}"/>
              </a:ext>
            </a:extLst>
          </p:cNvPr>
          <p:cNvSpPr>
            <a:spLocks xmlns:a="http://schemas.openxmlformats.org/drawingml/2006/main" noGrp="1"/>
          </p:cNvSpPr>
          <p:nvPr/>
        </p:nvSpPr>
        <p:spPr>
          <a:xfrm xmlns:a="http://schemas.openxmlformats.org/drawingml/2006/main">
            <a:off x="533400" y="39243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18" name="">
            <a:extLst xmlns:a="http://schemas.openxmlformats.org/drawingml/2006/main">
              <a:ext uri="{FF2B5EF4-FFF2-40B4-BE49-F238E27FC236}">
                <a16:creationId xmlns:a16="http://schemas.microsoft.com/office/drawing/2014/main" id="{AA97E740-EC16-4F57-B909-9BB3BA638125}"/>
              </a:ext>
            </a:extLst>
          </p:cNvPr>
          <p:cNvSpPr>
            <a:spLocks xmlns:a="http://schemas.openxmlformats.org/drawingml/2006/main" noGrp="1"/>
          </p:cNvSpPr>
          <p:nvPr/>
        </p:nvSpPr>
        <p:spPr>
          <a:xfrm xmlns:a="http://schemas.openxmlformats.org/drawingml/2006/main">
            <a:off x="609600" y="34099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Guo et al. (2017)</a:t>
            </a:r>
          </a:p>
        </p:txBody>
      </p:sp>
      <p:sp>
        <p:nvSpPr>
          <p:cNvPr id="19" name="">
            <a:extLst xmlns:a="http://schemas.openxmlformats.org/drawingml/2006/main">
              <a:ext uri="{FF2B5EF4-FFF2-40B4-BE49-F238E27FC236}">
                <a16:creationId xmlns:a16="http://schemas.microsoft.com/office/drawing/2014/main" id="{D552EF06-44BC-4462-B230-3C56CC1DE326}"/>
              </a:ext>
            </a:extLst>
          </p:cNvPr>
          <p:cNvSpPr>
            <a:spLocks xmlns:a="http://schemas.openxmlformats.org/drawingml/2006/main" noGrp="1"/>
          </p:cNvSpPr>
          <p:nvPr/>
        </p:nvSpPr>
        <p:spPr>
          <a:xfrm xmlns:a="http://schemas.openxmlformats.org/drawingml/2006/main">
            <a:off x="3714750" y="34099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On Calibration of Modern Neural Networks</a:t>
            </a:r>
          </a:p>
        </p:txBody>
      </p:sp>
      <p:sp>
        <p:nvSpPr>
          <p:cNvPr id="20" name="">
            <a:extLst xmlns:a="http://schemas.openxmlformats.org/drawingml/2006/main">
              <a:ext uri="{FF2B5EF4-FFF2-40B4-BE49-F238E27FC236}">
                <a16:creationId xmlns:a16="http://schemas.microsoft.com/office/drawing/2014/main" id="{03BEE759-83D9-4BE3-917C-48D021512194}"/>
              </a:ext>
            </a:extLst>
          </p:cNvPr>
          <p:cNvSpPr>
            <a:spLocks xmlns:a="http://schemas.openxmlformats.org/drawingml/2006/main" noGrp="1"/>
          </p:cNvSpPr>
          <p:nvPr/>
        </p:nvSpPr>
        <p:spPr>
          <a:xfrm xmlns:a="http://schemas.openxmlformats.org/drawingml/2006/main">
            <a:off x="9144000" y="34099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ECE／較正</a:t>
            </a:r>
          </a:p>
        </p:txBody>
      </p:sp>
      <p:sp>
        <p:nvSpPr>
          <p:cNvPr id="21" name="">
            <a:extLst xmlns:a="http://schemas.openxmlformats.org/drawingml/2006/main">
              <a:ext uri="{FF2B5EF4-FFF2-40B4-BE49-F238E27FC236}">
                <a16:creationId xmlns:a16="http://schemas.microsoft.com/office/drawing/2014/main" id="{6BA8CC09-72B8-43F0-8845-287600BB090F}"/>
              </a:ext>
            </a:extLst>
          </p:cNvPr>
          <p:cNvSpPr>
            <a:spLocks xmlns:a="http://schemas.openxmlformats.org/drawingml/2006/main" noGrp="1"/>
          </p:cNvSpPr>
          <p:nvPr/>
        </p:nvSpPr>
        <p:spPr>
          <a:xfrm xmlns:a="http://schemas.openxmlformats.org/drawingml/2006/main">
            <a:off x="533400" y="45720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2" name="">
            <a:extLst xmlns:a="http://schemas.openxmlformats.org/drawingml/2006/main">
              <a:ext uri="{FF2B5EF4-FFF2-40B4-BE49-F238E27FC236}">
                <a16:creationId xmlns:a16="http://schemas.microsoft.com/office/drawing/2014/main" id="{38416771-28F8-40EB-A006-C7BD574F7D65}"/>
              </a:ext>
            </a:extLst>
          </p:cNvPr>
          <p:cNvSpPr>
            <a:spLocks xmlns:a="http://schemas.openxmlformats.org/drawingml/2006/main" noGrp="1"/>
          </p:cNvSpPr>
          <p:nvPr/>
        </p:nvSpPr>
        <p:spPr>
          <a:xfrm xmlns:a="http://schemas.openxmlformats.org/drawingml/2006/main">
            <a:off x="609600" y="40576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Peyrard et al. (2021)</a:t>
            </a:r>
          </a:p>
        </p:txBody>
      </p:sp>
      <p:sp>
        <p:nvSpPr>
          <p:cNvPr id="23" name="">
            <a:extLst xmlns:a="http://schemas.openxmlformats.org/drawingml/2006/main">
              <a:ext uri="{FF2B5EF4-FFF2-40B4-BE49-F238E27FC236}">
                <a16:creationId xmlns:a16="http://schemas.microsoft.com/office/drawing/2014/main" id="{5762C6A4-1810-4BC1-A7DE-1324ECFA0301}"/>
              </a:ext>
            </a:extLst>
          </p:cNvPr>
          <p:cNvSpPr>
            <a:spLocks xmlns:a="http://schemas.openxmlformats.org/drawingml/2006/main" noGrp="1"/>
          </p:cNvSpPr>
          <p:nvPr/>
        </p:nvSpPr>
        <p:spPr>
          <a:xfrm xmlns:a="http://schemas.openxmlformats.org/drawingml/2006/main">
            <a:off x="3714750" y="4057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Better than Average: Paired Evaluation…</a:t>
            </a:r>
          </a:p>
        </p:txBody>
      </p:sp>
      <p:sp>
        <p:nvSpPr>
          <p:cNvPr id="24" name="">
            <a:extLst xmlns:a="http://schemas.openxmlformats.org/drawingml/2006/main">
              <a:ext uri="{FF2B5EF4-FFF2-40B4-BE49-F238E27FC236}">
                <a16:creationId xmlns:a16="http://schemas.microsoft.com/office/drawing/2014/main" id="{7C2A8089-E578-414E-A4E7-F01C084D658D}"/>
              </a:ext>
            </a:extLst>
          </p:cNvPr>
          <p:cNvSpPr>
            <a:spLocks xmlns:a="http://schemas.openxmlformats.org/drawingml/2006/main" noGrp="1"/>
          </p:cNvSpPr>
          <p:nvPr/>
        </p:nvSpPr>
        <p:spPr>
          <a:xfrm xmlns:a="http://schemas.openxmlformats.org/drawingml/2006/main">
            <a:off x="9144000" y="4057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同一問題の対応比較</a:t>
            </a:r>
          </a:p>
        </p:txBody>
      </p:sp>
      <p:sp>
        <p:nvSpPr>
          <p:cNvPr id="25" name="">
            <a:extLst xmlns:a="http://schemas.openxmlformats.org/drawingml/2006/main">
              <a:ext uri="{FF2B5EF4-FFF2-40B4-BE49-F238E27FC236}">
                <a16:creationId xmlns:a16="http://schemas.microsoft.com/office/drawing/2014/main" id="{4B07BD36-B584-4108-9878-F658E1671F5F}"/>
              </a:ext>
            </a:extLst>
          </p:cNvPr>
          <p:cNvSpPr>
            <a:spLocks xmlns:a="http://schemas.openxmlformats.org/drawingml/2006/main" noGrp="1"/>
          </p:cNvSpPr>
          <p:nvPr/>
        </p:nvSpPr>
        <p:spPr>
          <a:xfrm xmlns:a="http://schemas.openxmlformats.org/drawingml/2006/main">
            <a:off x="533400" y="52197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26" name="">
            <a:extLst xmlns:a="http://schemas.openxmlformats.org/drawingml/2006/main">
              <a:ext uri="{FF2B5EF4-FFF2-40B4-BE49-F238E27FC236}">
                <a16:creationId xmlns:a16="http://schemas.microsoft.com/office/drawing/2014/main" id="{62AD0A66-126B-43EE-8F99-8449FDC78AD8}"/>
              </a:ext>
            </a:extLst>
          </p:cNvPr>
          <p:cNvSpPr>
            <a:spLocks xmlns:a="http://schemas.openxmlformats.org/drawingml/2006/main" noGrp="1"/>
          </p:cNvSpPr>
          <p:nvPr/>
        </p:nvSpPr>
        <p:spPr>
          <a:xfrm xmlns:a="http://schemas.openxmlformats.org/drawingml/2006/main">
            <a:off x="609600" y="47053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Berg-Kirkpatrick et al. (2012)</a:t>
            </a:r>
          </a:p>
        </p:txBody>
      </p:sp>
      <p:sp>
        <p:nvSpPr>
          <p:cNvPr id="27" name="">
            <a:extLst xmlns:a="http://schemas.openxmlformats.org/drawingml/2006/main">
              <a:ext uri="{FF2B5EF4-FFF2-40B4-BE49-F238E27FC236}">
                <a16:creationId xmlns:a16="http://schemas.microsoft.com/office/drawing/2014/main" id="{AB26EB91-EC06-4260-A92E-3574EF9923A0}"/>
              </a:ext>
            </a:extLst>
          </p:cNvPr>
          <p:cNvSpPr>
            <a:spLocks xmlns:a="http://schemas.openxmlformats.org/drawingml/2006/main" noGrp="1"/>
          </p:cNvSpPr>
          <p:nvPr/>
        </p:nvSpPr>
        <p:spPr>
          <a:xfrm xmlns:a="http://schemas.openxmlformats.org/drawingml/2006/main">
            <a:off x="3714750" y="47053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Statistical Significance in NLP</a:t>
            </a:r>
          </a:p>
        </p:txBody>
      </p:sp>
      <p:sp>
        <p:nvSpPr>
          <p:cNvPr id="28" name="">
            <a:extLst xmlns:a="http://schemas.openxmlformats.org/drawingml/2006/main">
              <a:ext uri="{FF2B5EF4-FFF2-40B4-BE49-F238E27FC236}">
                <a16:creationId xmlns:a16="http://schemas.microsoft.com/office/drawing/2014/main" id="{659672D3-CDFB-4DAD-B0FD-85AD2B8061CC}"/>
              </a:ext>
            </a:extLst>
          </p:cNvPr>
          <p:cNvSpPr>
            <a:spLocks xmlns:a="http://schemas.openxmlformats.org/drawingml/2006/main" noGrp="1"/>
          </p:cNvSpPr>
          <p:nvPr/>
        </p:nvSpPr>
        <p:spPr>
          <a:xfrm xmlns:a="http://schemas.openxmlformats.org/drawingml/2006/main">
            <a:off x="9144000" y="4705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bootstrap</a:t>
            </a:r>
          </a:p>
        </p:txBody>
      </p:sp>
      <p:sp>
        <p:nvSpPr>
          <p:cNvPr id="29" name="">
            <a:extLst xmlns:a="http://schemas.openxmlformats.org/drawingml/2006/main">
              <a:ext uri="{FF2B5EF4-FFF2-40B4-BE49-F238E27FC236}">
                <a16:creationId xmlns:a16="http://schemas.microsoft.com/office/drawing/2014/main" id="{D3F9F95C-26F1-486D-B51A-A32D1B1F5433}"/>
              </a:ext>
            </a:extLst>
          </p:cNvPr>
          <p:cNvSpPr>
            <a:spLocks xmlns:a="http://schemas.openxmlformats.org/drawingml/2006/main" noGrp="1"/>
          </p:cNvSpPr>
          <p:nvPr/>
        </p:nvSpPr>
        <p:spPr>
          <a:xfrm xmlns:a="http://schemas.openxmlformats.org/drawingml/2006/main">
            <a:off x="533400" y="5867400"/>
            <a:ext cx="11125200" cy="9525"/>
          </a:xfrm>
          <a:prstGeom xmlns:a="http://schemas.openxmlformats.org/drawingml/2006/main" prst="rect">
            <a:avLst/>
          </a:prstGeom>
          <a:solidFill xmlns:a="http://schemas.openxmlformats.org/drawingml/2006/main">
            <a:srgbClr val="DCE2EA"/>
          </a:solidFill>
          <a:ln xmlns:a="http://schemas.openxmlformats.org/drawingml/2006/main" w="0">
            <a:solidFill>
              <a:srgbClr val="DCE2EA"/>
            </a:solidFill>
            <a:prstDash val="solid"/>
          </a:ln>
        </p:spPr>
      </p:sp>
      <p:sp>
        <p:nvSpPr>
          <p:cNvPr id="30" name="">
            <a:extLst xmlns:a="http://schemas.openxmlformats.org/drawingml/2006/main">
              <a:ext uri="{FF2B5EF4-FFF2-40B4-BE49-F238E27FC236}">
                <a16:creationId xmlns:a16="http://schemas.microsoft.com/office/drawing/2014/main" id="{24850A48-FE29-4D58-8797-B0DF7EAD4900}"/>
              </a:ext>
            </a:extLst>
          </p:cNvPr>
          <p:cNvSpPr>
            <a:spLocks xmlns:a="http://schemas.openxmlformats.org/drawingml/2006/main" noGrp="1"/>
          </p:cNvSpPr>
          <p:nvPr/>
        </p:nvSpPr>
        <p:spPr>
          <a:xfrm xmlns:a="http://schemas.openxmlformats.org/drawingml/2006/main">
            <a:off x="609600" y="53530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1" i="0">
                <a:solidFill>
                  <a:srgbClr val="3D8DFF"/>
                </a:solidFill>
                <a:latin typeface="Noto Sans CJK TC"/>
                <a:ea typeface="Noto Sans CJK TC"/>
                <a:cs typeface="Noto Sans CJK TC"/>
              </a:defRPr>
            </a:pPr>
            <a:r>
              <a:rPr sz="1275" b="1" i="0">
                <a:solidFill>
                  <a:srgbClr val="3D8DFF"/>
                </a:solidFill>
                <a:latin typeface="Noto Sans CJK TC"/>
                <a:ea typeface="Noto Sans CJK TC"/>
                <a:cs typeface="Noto Sans CJK TC"/>
              </a:rPr>
              <a:t>Liu et al. (2016)</a:t>
            </a:r>
          </a:p>
        </p:txBody>
      </p:sp>
      <p:sp>
        <p:nvSpPr>
          <p:cNvPr id="31" name="">
            <a:extLst xmlns:a="http://schemas.openxmlformats.org/drawingml/2006/main">
              <a:ext uri="{FF2B5EF4-FFF2-40B4-BE49-F238E27FC236}">
                <a16:creationId xmlns:a16="http://schemas.microsoft.com/office/drawing/2014/main" id="{D2BB9799-284E-4C10-9184-16BB44F7EBFA}"/>
              </a:ext>
            </a:extLst>
          </p:cNvPr>
          <p:cNvSpPr>
            <a:spLocks xmlns:a="http://schemas.openxmlformats.org/drawingml/2006/main" noGrp="1"/>
          </p:cNvSpPr>
          <p:nvPr/>
        </p:nvSpPr>
        <p:spPr>
          <a:xfrm xmlns:a="http://schemas.openxmlformats.org/drawingml/2006/main">
            <a:off x="3714750" y="53530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0B1220"/>
                </a:solidFill>
                <a:latin typeface="Noto Sans CJK TC"/>
                <a:ea typeface="Noto Sans CJK TC"/>
                <a:cs typeface="Noto Sans CJK TC"/>
              </a:defRPr>
            </a:pPr>
            <a:r>
              <a:rPr sz="1200" b="0" i="0">
                <a:solidFill>
                  <a:srgbClr val="0B1220"/>
                </a:solidFill>
                <a:latin typeface="Noto Sans CJK TC"/>
                <a:ea typeface="Noto Sans CJK TC"/>
                <a:cs typeface="Noto Sans CJK TC"/>
              </a:rPr>
              <a:t>How NOT To Evaluate Your Dialogue System</a:t>
            </a:r>
          </a:p>
        </p:txBody>
      </p:sp>
      <p:sp>
        <p:nvSpPr>
          <p:cNvPr id="32" name="">
            <a:extLst xmlns:a="http://schemas.openxmlformats.org/drawingml/2006/main">
              <a:ext uri="{FF2B5EF4-FFF2-40B4-BE49-F238E27FC236}">
                <a16:creationId xmlns:a16="http://schemas.microsoft.com/office/drawing/2014/main" id="{1A7DCC02-A7E0-490F-B4F6-98A646E76B21}"/>
              </a:ext>
            </a:extLst>
          </p:cNvPr>
          <p:cNvSpPr>
            <a:spLocks xmlns:a="http://schemas.openxmlformats.org/drawingml/2006/main" noGrp="1"/>
          </p:cNvSpPr>
          <p:nvPr/>
        </p:nvSpPr>
        <p:spPr>
          <a:xfrm xmlns:a="http://schemas.openxmlformats.org/drawingml/2006/main">
            <a:off x="9144000" y="5353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536174"/>
                </a:solidFill>
                <a:latin typeface="Noto Sans CJK TC"/>
                <a:ea typeface="Noto Sans CJK TC"/>
                <a:cs typeface="Noto Sans CJK TC"/>
              </a:defRPr>
            </a:pPr>
            <a:r>
              <a:rPr sz="1200" b="0" i="0">
                <a:solidFill>
                  <a:srgbClr val="536174"/>
                </a:solidFill>
                <a:latin typeface="Noto Sans CJK TC"/>
                <a:ea typeface="Noto Sans CJK TC"/>
                <a:cs typeface="Noto Sans CJK TC"/>
              </a:rPr>
              <a:t>人による品質評価の境界</a:t>
            </a:r>
          </a:p>
        </p:txBody>
      </p:sp>
      <p:sp>
        <p:nvSpPr>
          <p:cNvPr id="33" name="">
            <a:extLst xmlns:a="http://schemas.openxmlformats.org/drawingml/2006/main">
              <a:ext uri="{FF2B5EF4-FFF2-40B4-BE49-F238E27FC236}">
                <a16:creationId xmlns:a16="http://schemas.microsoft.com/office/drawing/2014/main" id="{0A6CEF47-2053-4791-B838-8CDFAAD0061D}"/>
              </a:ext>
            </a:extLst>
          </p:cNvPr>
          <p:cNvSpPr>
            <a:spLocks xmlns:a="http://schemas.openxmlformats.org/drawingml/2006/main" noGrp="1"/>
          </p:cNvSpPr>
          <p:nvPr/>
        </p:nvSpPr>
        <p:spPr>
          <a:xfrm xmlns:a="http://schemas.openxmlformats.org/drawingml/2006/main">
            <a:off x="609600" y="6076950"/>
            <a:ext cx="1072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6000"/>
              </a:lnSpc>
              <a:buNone/>
              <a:defRPr sz="1200" b="1" i="0">
                <a:solidFill>
                  <a:srgbClr val="3D8DFF"/>
                </a:solidFill>
                <a:latin typeface="Noto Sans CJK TC"/>
                <a:ea typeface="Noto Sans CJK TC"/>
                <a:cs typeface="Noto Sans CJK TC"/>
              </a:defRPr>
            </a:pPr>
            <a:r>
              <a:rPr sz="1200" b="1" i="0">
                <a:solidFill>
                  <a:srgbClr val="3D8DFF"/>
                </a:solidFill>
                <a:latin typeface="Noto Sans CJK TC"/>
                <a:ea typeface="Noto Sans CJK TC"/>
                <a:cs typeface="Noto Sans CJK TC"/>
              </a:rPr>
              <a:t>完全なURLは各頁の発表者ノートに記載。正式な20分報告では一件ずつ紹介しなくてよい。</a:t>
            </a:r>
          </a:p>
        </p:txBody>
      </p:sp>
    </p:spTree>
    <p:extLst>
      <p:ext uri="{BB962C8B-B14F-4D97-AF65-F5344CB8AC3E}">
        <p14:creationId xmlns:p14="http://schemas.microsoft.com/office/powerpoint/2010/main" val="1900247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2026-08-18T22:36:53.8180000Z</dcterms:created>
  <dcterms:modified xsi:type="dcterms:W3CDTF">2026-08-18T22:36:53.8180000Z</dcterms:modified>
</coreProperties>
</file>